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autoCompressPictures="0">
  <p:sldMasterIdLst>
    <p:sldMasterId id="2147483696" r:id="rId1"/>
  </p:sldMasterIdLst>
  <p:notesMasterIdLst>
    <p:notesMasterId r:id="rId5"/>
  </p:notesMasterIdLst>
  <p:sldIdLst>
    <p:sldId id="554" r:id="rId2"/>
    <p:sldId id="580" r:id="rId3"/>
    <p:sldId id="581" r:id="rId4"/>
  </p:sldIdLst>
  <p:sldSz cx="9144000" cy="5143500" type="screen16x9"/>
  <p:notesSz cx="6858000" cy="9144000"/>
  <p:embeddedFontLst>
    <p:embeddedFont>
      <p:font typeface="Calibri" panose="020F0502020204030204" pitchFamily="34" charset="0"/>
      <p:regular r:id="rId6"/>
      <p:bold r:id="rId7"/>
      <p:italic r:id="rId8"/>
      <p:boldItalic r:id="rId9"/>
    </p:embeddedFont>
    <p:embeddedFont>
      <p:font typeface="Poppins" panose="00000500000000000000" pitchFamily="2" charset="0"/>
      <p:regular r:id="rId10"/>
      <p:bold r:id="rId11"/>
      <p:italic r:id="rId12"/>
      <p:boldItalic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45">
          <p15:clr>
            <a:srgbClr val="A4A3A4"/>
          </p15:clr>
        </p15:guide>
        <p15:guide id="2" pos="5587">
          <p15:clr>
            <a:srgbClr val="A4A3A4"/>
          </p15:clr>
        </p15:guide>
        <p15:guide id="3" pos="58">
          <p15:clr>
            <a:srgbClr val="A4A3A4"/>
          </p15:clr>
        </p15:guide>
        <p15:guide id="4" pos="173">
          <p15:clr>
            <a:srgbClr val="A4A3A4"/>
          </p15:clr>
        </p15:guide>
        <p15:guide id="5" pos="2822">
          <p15:clr>
            <a:srgbClr val="A4A3A4"/>
          </p15:clr>
        </p15:guide>
        <p15:guide id="6" pos="2938">
          <p15:clr>
            <a:srgbClr val="A4A3A4"/>
          </p15:clr>
        </p15:guide>
        <p15:guide id="7" pos="5702">
          <p15:clr>
            <a:srgbClr val="A4A3A4"/>
          </p15:clr>
        </p15:guide>
        <p15:guide id="8" orient="horz" pos="382">
          <p15:clr>
            <a:srgbClr val="A4A3A4"/>
          </p15:clr>
        </p15:guide>
        <p15:guide id="9" orient="horz" pos="49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67" autoAdjust="0"/>
    <p:restoredTop sz="95018" autoAdjust="0"/>
  </p:normalViewPr>
  <p:slideViewPr>
    <p:cSldViewPr>
      <p:cViewPr varScale="1">
        <p:scale>
          <a:sx n="142" d="100"/>
          <a:sy n="142" d="100"/>
        </p:scale>
        <p:origin x="990" y="108"/>
      </p:cViewPr>
      <p:guideLst>
        <p:guide orient="horz" pos="2945"/>
        <p:guide pos="5587"/>
        <p:guide pos="58"/>
        <p:guide pos="173"/>
        <p:guide pos="2822"/>
        <p:guide pos="2938"/>
        <p:guide pos="5702"/>
        <p:guide orient="horz" pos="382"/>
        <p:guide orient="horz" pos="497"/>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viewProps" Target="viewProps.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F7AA28-5172-4057-8D8A-48908C4F4655}"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F2D92B-D650-4F23-8313-C66600FF5F67}" type="slidenum">
              <a:rPr lang="en-US" smtClean="0"/>
              <a:t>‹#›</a:t>
            </a:fld>
            <a:endParaRPr lang="en-US"/>
          </a:p>
        </p:txBody>
      </p:sp>
    </p:spTree>
    <p:extLst>
      <p:ext uri="{BB962C8B-B14F-4D97-AF65-F5344CB8AC3E}">
        <p14:creationId xmlns:p14="http://schemas.microsoft.com/office/powerpoint/2010/main" val="317607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F2D92B-D650-4F23-8313-C66600FF5F67}" type="slidenum">
              <a:rPr lang="en-US" smtClean="0"/>
              <a:t>1</a:t>
            </a:fld>
            <a:endParaRPr lang="en-US"/>
          </a:p>
        </p:txBody>
      </p:sp>
    </p:spTree>
    <p:extLst>
      <p:ext uri="{BB962C8B-B14F-4D97-AF65-F5344CB8AC3E}">
        <p14:creationId xmlns:p14="http://schemas.microsoft.com/office/powerpoint/2010/main" val="3461782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F2D92B-D650-4F23-8313-C66600FF5F67}" type="slidenum">
              <a:rPr lang="en-US" smtClean="0"/>
              <a:t>2</a:t>
            </a:fld>
            <a:endParaRPr lang="en-US"/>
          </a:p>
        </p:txBody>
      </p:sp>
    </p:spTree>
    <p:extLst>
      <p:ext uri="{BB962C8B-B14F-4D97-AF65-F5344CB8AC3E}">
        <p14:creationId xmlns:p14="http://schemas.microsoft.com/office/powerpoint/2010/main" val="38535232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2C9DFC9-A76C-3920-B701-56827192DC21}"/>
              </a:ext>
            </a:extLst>
          </p:cNvPr>
          <p:cNvPicPr>
            <a:picLocks noChangeAspect="1"/>
          </p:cNvPicPr>
          <p:nvPr userDrawn="1"/>
        </p:nvPicPr>
        <p:blipFill>
          <a:blip r:embed="rId2"/>
          <a:srcRect/>
          <a:stretch/>
        </p:blipFill>
        <p:spPr>
          <a:xfrm>
            <a:off x="0" y="0"/>
            <a:ext cx="9144000" cy="5148071"/>
          </a:xfrm>
          <a:prstGeom prst="rect">
            <a:avLst/>
          </a:prstGeom>
        </p:spPr>
      </p:pic>
      <p:sp>
        <p:nvSpPr>
          <p:cNvPr id="2" name="Title 1"/>
          <p:cNvSpPr>
            <a:spLocks noGrp="1"/>
          </p:cNvSpPr>
          <p:nvPr>
            <p:ph type="ctrTitle"/>
          </p:nvPr>
        </p:nvSpPr>
        <p:spPr>
          <a:xfrm>
            <a:off x="609600" y="616234"/>
            <a:ext cx="3383298" cy="757130"/>
          </a:xfrm>
          <a:noFill/>
          <a:ln w="9525" algn="ctr">
            <a:noFill/>
            <a:miter lim="800000"/>
            <a:headEnd/>
            <a:tailEnd/>
          </a:ln>
        </p:spPr>
        <p:txBody>
          <a:bodyPr vert="horz" wrap="square" lIns="45720" tIns="45720" rIns="45720" bIns="45720" numCol="1" rtlCol="0" anchor="b" anchorCtr="0" compatLnSpc="1">
            <a:prstTxWarp prst="textNoShape">
              <a:avLst/>
            </a:prstTxWarp>
            <a:spAutoFit/>
          </a:bodyPr>
          <a:lstStyle>
            <a:lvl1pPr>
              <a:defRPr lang="en-US" sz="2400" baseline="0" dirty="0">
                <a:solidFill>
                  <a:schemeClr val="bg1"/>
                </a:solidFill>
                <a:latin typeface="+mj-lt"/>
                <a:ea typeface="+mn-ea"/>
                <a:cs typeface="Poppins" panose="00000500000000000000" pitchFamily="2" charset="0"/>
              </a:defRPr>
            </a:lvl1pPr>
          </a:lstStyle>
          <a:p>
            <a:pPr marL="0" lvl="0" defTabSz="457200" fontAlgn="base">
              <a:spcAft>
                <a:spcPct val="0"/>
              </a:spcAft>
            </a:pPr>
            <a:r>
              <a:rPr lang="en-US"/>
              <a:t>Click to edit Master title style</a:t>
            </a:r>
            <a:endParaRPr lang="en-US" dirty="0"/>
          </a:p>
        </p:txBody>
      </p:sp>
      <p:sp>
        <p:nvSpPr>
          <p:cNvPr id="3" name="Subtitle 2"/>
          <p:cNvSpPr>
            <a:spLocks noGrp="1"/>
          </p:cNvSpPr>
          <p:nvPr>
            <p:ph type="subTitle" idx="1"/>
          </p:nvPr>
        </p:nvSpPr>
        <p:spPr>
          <a:xfrm>
            <a:off x="609600" y="1373364"/>
            <a:ext cx="3383298" cy="338554"/>
          </a:xfrm>
          <a:prstGeom prst="rect">
            <a:avLst/>
          </a:prstGeom>
          <a:noFill/>
          <a:ln w="9525" algn="ctr">
            <a:noFill/>
            <a:miter lim="800000"/>
            <a:headEnd/>
            <a:tailEnd/>
          </a:ln>
        </p:spPr>
        <p:txBody>
          <a:bodyPr vert="horz" wrap="none" lIns="45720" tIns="45720" rIns="45720" bIns="45720" numCol="1" rtlCol="0" anchor="t" anchorCtr="0" compatLnSpc="1">
            <a:prstTxWarp prst="textNoShape">
              <a:avLst/>
            </a:prstTxWarp>
            <a:spAutoFit/>
          </a:bodyPr>
          <a:lstStyle>
            <a:lvl1pPr>
              <a:defRPr lang="en-US" kern="1200" dirty="0">
                <a:solidFill>
                  <a:schemeClr val="bg1"/>
                </a:solidFill>
                <a:latin typeface="+mn-lt"/>
                <a:cs typeface="Poppins" panose="00000500000000000000" pitchFamily="2" charset="0"/>
              </a:defRPr>
            </a:lvl1pPr>
          </a:lstStyle>
          <a:p>
            <a:pPr marL="0" lvl="0" indent="0" fontAlgn="base">
              <a:spcBef>
                <a:spcPct val="50000"/>
              </a:spcBef>
              <a:spcAft>
                <a:spcPct val="25000"/>
              </a:spcAft>
              <a:buClr>
                <a:schemeClr val="tx1"/>
              </a:buClr>
              <a:buFont typeface="Wingdings" pitchFamily="2" charset="2"/>
              <a:buNone/>
            </a:pPr>
            <a:r>
              <a:rPr lang="en-US"/>
              <a:t>Click to edit Master subtitle style</a:t>
            </a:r>
            <a:endParaRPr lang="en-US" dirty="0"/>
          </a:p>
        </p:txBody>
      </p:sp>
      <p:sp>
        <p:nvSpPr>
          <p:cNvPr id="5" name="Text Box 16">
            <a:extLst>
              <a:ext uri="{FF2B5EF4-FFF2-40B4-BE49-F238E27FC236}">
                <a16:creationId xmlns:a16="http://schemas.microsoft.com/office/drawing/2014/main" id="{304F4E14-C7E5-8BC5-BE2F-1FF298970835}"/>
              </a:ext>
            </a:extLst>
          </p:cNvPr>
          <p:cNvSpPr txBox="1">
            <a:spLocks noChangeArrowheads="1"/>
          </p:cNvSpPr>
          <p:nvPr userDrawn="1"/>
        </p:nvSpPr>
        <p:spPr bwMode="gray">
          <a:xfrm>
            <a:off x="1140619" y="4881412"/>
            <a:ext cx="2159245" cy="92333"/>
          </a:xfrm>
          <a:prstGeom prst="rect">
            <a:avLst/>
          </a:prstGeom>
          <a:noFill/>
          <a:ln w="12700" algn="ctr">
            <a:noFill/>
            <a:miter lim="800000"/>
            <a:headEnd/>
            <a:tailEnd/>
          </a:ln>
        </p:spPr>
        <p:txBody>
          <a:bodyPr wrap="none" lIns="0" tIns="0" rIns="0" bIns="0" anchor="ctr">
            <a:spAutoFit/>
          </a:bodyPr>
          <a:lstStyle>
            <a:defPPr>
              <a:defRPr lang="en-US"/>
            </a:defPPr>
            <a:lvl1pPr marL="0" defTabSz="457200" eaLnBrk="1" latinLnBrk="0" hangingPunct="1">
              <a:defRPr sz="700">
                <a:solidFill>
                  <a:schemeClr val="tx1">
                    <a:lumMod val="75000"/>
                    <a:lumOff val="25000"/>
                  </a:schemeClr>
                </a:solidFill>
                <a:latin typeface="Calibri" panose="020F0502020204030204" pitchFamily="34" charset="0"/>
                <a:cs typeface="Calibri" panose="020F0502020204030204" pitchFamily="34" charset="0"/>
              </a:defRPr>
            </a:lvl1pPr>
            <a:lvl2pPr defTabSz="457200" eaLnBrk="1" latinLnBrk="0" hangingPunct="1">
              <a:defRPr sz="1800">
                <a:latin typeface="+mn-lt"/>
              </a:defRPr>
            </a:lvl2pPr>
            <a:lvl3pPr defTabSz="457200" eaLnBrk="1" latinLnBrk="0" hangingPunct="1">
              <a:defRPr sz="1800">
                <a:latin typeface="+mn-lt"/>
              </a:defRPr>
            </a:lvl3pPr>
            <a:lvl4pPr defTabSz="457200" eaLnBrk="1" latinLnBrk="0" hangingPunct="1">
              <a:defRPr sz="1800">
                <a:latin typeface="+mn-lt"/>
              </a:defRPr>
            </a:lvl4pPr>
            <a:lvl5pPr defTabSz="457200" eaLnBrk="1" latinLnBrk="0" hangingPunct="1">
              <a:defRPr sz="1800">
                <a:latin typeface="+mn-lt"/>
              </a:defRPr>
            </a:lvl5pPr>
            <a:lvl6pPr defTabSz="457200">
              <a:defRPr sz="1800">
                <a:latin typeface="+mn-lt"/>
              </a:defRPr>
            </a:lvl6pPr>
            <a:lvl7pPr defTabSz="457200">
              <a:defRPr sz="1800">
                <a:latin typeface="+mn-lt"/>
              </a:defRPr>
            </a:lvl7pPr>
            <a:lvl8pPr defTabSz="457200">
              <a:defRPr sz="1800">
                <a:latin typeface="+mn-lt"/>
              </a:defRPr>
            </a:lvl8pPr>
            <a:lvl9pPr defTabSz="457200">
              <a:defRPr sz="1800">
                <a:latin typeface="+mn-lt"/>
              </a:defRPr>
            </a:lvl9pPr>
          </a:lstStyle>
          <a:p>
            <a:pPr lvl="0"/>
            <a:r>
              <a:rPr lang="en-US" sz="600" dirty="0">
                <a:solidFill>
                  <a:schemeClr val="bg1"/>
                </a:solidFill>
                <a:latin typeface="+mn-lt"/>
                <a:cs typeface="Poppins" panose="00000500000000000000" pitchFamily="2" charset="0"/>
              </a:rPr>
              <a:t>Copyright © 2025 WNS (Holdings) Ltd. All rights reserved.</a:t>
            </a:r>
          </a:p>
        </p:txBody>
      </p:sp>
      <p:pic>
        <p:nvPicPr>
          <p:cNvPr id="4" name="Picture 3" descr="A black and white logo&#10;&#10;AI-generated content may be incorrect.">
            <a:extLst>
              <a:ext uri="{FF2B5EF4-FFF2-40B4-BE49-F238E27FC236}">
                <a16:creationId xmlns:a16="http://schemas.microsoft.com/office/drawing/2014/main" id="{9B66640B-9BD6-F648-1B83-71FDF4B72916}"/>
              </a:ext>
            </a:extLst>
          </p:cNvPr>
          <p:cNvPicPr>
            <a:picLocks noChangeAspect="1"/>
          </p:cNvPicPr>
          <p:nvPr userDrawn="1"/>
        </p:nvPicPr>
        <p:blipFill>
          <a:blip r:embed="rId3"/>
          <a:stretch>
            <a:fillRect/>
          </a:stretch>
        </p:blipFill>
        <p:spPr>
          <a:xfrm>
            <a:off x="7651312" y="4334725"/>
            <a:ext cx="1218051" cy="628644"/>
          </a:xfrm>
          <a:prstGeom prst="rect">
            <a:avLst/>
          </a:prstGeom>
        </p:spPr>
      </p:pic>
    </p:spTree>
    <p:extLst>
      <p:ext uri="{BB962C8B-B14F-4D97-AF65-F5344CB8AC3E}">
        <p14:creationId xmlns:p14="http://schemas.microsoft.com/office/powerpoint/2010/main" val="3185072148"/>
      </p:ext>
    </p:extLst>
  </p:cSld>
  <p:clrMapOvr>
    <a:masterClrMapping/>
  </p:clrMapOvr>
  <p:transition spd="slow">
    <p:wipe dir="r"/>
  </p:transition>
  <p:extLst>
    <p:ext uri="{DCECCB84-F9BA-43D5-87BE-67443E8EF086}">
      <p15:sldGuideLst xmlns:p15="http://schemas.microsoft.com/office/powerpoint/2012/main">
        <p15:guide id="1" orient="horz" pos="497">
          <p15:clr>
            <a:srgbClr val="A4A3A4"/>
          </p15:clr>
        </p15:guide>
        <p15:guide id="2" pos="2938">
          <p15:clr>
            <a:srgbClr val="A4A3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4638" y="40482"/>
            <a:ext cx="8593456" cy="632222"/>
          </a:xfrm>
          <a:noFill/>
          <a:ln w="9525" algn="ctr">
            <a:noFill/>
            <a:miter lim="800000"/>
            <a:headEnd/>
            <a:tailEnd/>
          </a:ln>
        </p:spPr>
        <p:txBody>
          <a:bodyPr vert="horz" wrap="square" lIns="45720" tIns="45720" rIns="45720" bIns="45720" numCol="1" rtlCol="0" anchor="b" anchorCtr="0" compatLnSpc="1">
            <a:prstTxWarp prst="textNoShape">
              <a:avLst/>
            </a:prstTxWarp>
            <a:noAutofit/>
          </a:bodyPr>
          <a:lstStyle>
            <a:lvl1pPr>
              <a:defRPr lang="en-US" dirty="0">
                <a:latin typeface="+mj-lt"/>
                <a:cs typeface="Poppins" panose="00000500000000000000" pitchFamily="2" charset="0"/>
              </a:defRPr>
            </a:lvl1pPr>
          </a:lstStyle>
          <a:p>
            <a:pPr lvl="0" fontAlgn="base">
              <a:spcAft>
                <a:spcPct val="0"/>
              </a:spcAft>
            </a:pPr>
            <a:r>
              <a:rPr lang="en-US"/>
              <a:t>Click to edit Master title style</a:t>
            </a:r>
            <a:endParaRPr lang="en-US" dirty="0"/>
          </a:p>
        </p:txBody>
      </p:sp>
      <p:sp>
        <p:nvSpPr>
          <p:cNvPr id="7" name="Content Placeholder 6"/>
          <p:cNvSpPr>
            <a:spLocks noGrp="1"/>
          </p:cNvSpPr>
          <p:nvPr>
            <p:ph sz="quarter" idx="10"/>
          </p:nvPr>
        </p:nvSpPr>
        <p:spPr>
          <a:xfrm>
            <a:off x="273369" y="794910"/>
            <a:ext cx="8595360" cy="815608"/>
          </a:xfrm>
        </p:spPr>
        <p:txBody>
          <a:bodyPr/>
          <a:lstStyle>
            <a:lvl1pPr>
              <a:spcBef>
                <a:spcPts val="600"/>
              </a:spcBef>
              <a:spcAft>
                <a:spcPts val="300"/>
              </a:spcAft>
              <a:defRPr>
                <a:latin typeface="+mn-lt"/>
                <a:cs typeface="Poppins" panose="00000500000000000000" pitchFamily="2" charset="0"/>
              </a:defRPr>
            </a:lvl1pPr>
            <a:lvl2pPr>
              <a:spcBef>
                <a:spcPts val="0"/>
              </a:spcBef>
              <a:spcAft>
                <a:spcPts val="300"/>
              </a:spcAft>
              <a:defRPr>
                <a:latin typeface="+mn-lt"/>
                <a:cs typeface="Poppins" panose="00000500000000000000" pitchFamily="2" charset="0"/>
              </a:defRPr>
            </a:lvl2pPr>
            <a:lvl3pPr marL="682625" indent="-220663">
              <a:spcBef>
                <a:spcPts val="0"/>
              </a:spcBef>
              <a:spcAft>
                <a:spcPts val="300"/>
              </a:spcAft>
              <a:defRPr>
                <a:latin typeface="+mn-lt"/>
                <a:cs typeface="Poppins" panose="00000500000000000000" pitchFamily="2" charset="0"/>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75980024"/>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BEF248D-0B30-2035-17F2-1622A91AC700}"/>
              </a:ext>
            </a:extLst>
          </p:cNvPr>
          <p:cNvPicPr>
            <a:picLocks noChangeAspect="1"/>
          </p:cNvPicPr>
          <p:nvPr userDrawn="1"/>
        </p:nvPicPr>
        <p:blipFill>
          <a:blip r:embed="rId2"/>
          <a:srcRect/>
          <a:stretch/>
        </p:blipFill>
        <p:spPr>
          <a:xfrm>
            <a:off x="1" y="0"/>
            <a:ext cx="9143978" cy="5148060"/>
          </a:xfrm>
          <a:prstGeom prst="rect">
            <a:avLst/>
          </a:prstGeom>
        </p:spPr>
      </p:pic>
      <p:sp>
        <p:nvSpPr>
          <p:cNvPr id="2" name="Title 1"/>
          <p:cNvSpPr>
            <a:spLocks noGrp="1"/>
          </p:cNvSpPr>
          <p:nvPr>
            <p:ph type="title"/>
          </p:nvPr>
        </p:nvSpPr>
        <p:spPr>
          <a:xfrm>
            <a:off x="762000" y="1664250"/>
            <a:ext cx="2476214" cy="648896"/>
          </a:xfrm>
          <a:noFill/>
          <a:ln w="9525" algn="ctr">
            <a:noFill/>
            <a:miter lim="800000"/>
            <a:headEnd/>
            <a:tailEnd/>
          </a:ln>
        </p:spPr>
        <p:txBody>
          <a:bodyPr vert="horz" wrap="square" lIns="45720" tIns="45720" rIns="45720" bIns="45720" numCol="1" rtlCol="0" anchor="b" anchorCtr="0" compatLnSpc="1">
            <a:prstTxWarp prst="textNoShape">
              <a:avLst/>
            </a:prstTxWarp>
            <a:spAutoFit/>
          </a:bodyPr>
          <a:lstStyle>
            <a:lvl1pPr>
              <a:defRPr lang="en-US" sz="2000" dirty="0">
                <a:solidFill>
                  <a:schemeClr val="bg1"/>
                </a:solidFill>
                <a:latin typeface="+mj-lt"/>
                <a:ea typeface="+mn-ea"/>
                <a:cs typeface="Poppins" panose="00000500000000000000" pitchFamily="2" charset="0"/>
              </a:defRPr>
            </a:lvl1pPr>
          </a:lstStyle>
          <a:p>
            <a:pPr marL="0" lvl="0" defTabSz="457200"/>
            <a:r>
              <a:rPr lang="en-US"/>
              <a:t>Click to edit Master title style</a:t>
            </a:r>
            <a:endParaRPr lang="en-US" dirty="0"/>
          </a:p>
        </p:txBody>
      </p:sp>
      <p:sp>
        <p:nvSpPr>
          <p:cNvPr id="13" name="Text Placeholder 12"/>
          <p:cNvSpPr>
            <a:spLocks noGrp="1"/>
          </p:cNvSpPr>
          <p:nvPr>
            <p:ph type="body" sz="quarter" idx="10"/>
          </p:nvPr>
        </p:nvSpPr>
        <p:spPr>
          <a:xfrm>
            <a:off x="762000" y="2313146"/>
            <a:ext cx="2476214" cy="338554"/>
          </a:xfrm>
          <a:prstGeom prst="rect">
            <a:avLst/>
          </a:prstGeom>
        </p:spPr>
        <p:txBody>
          <a:bodyPr vert="horz" wrap="square" lIns="45720" tIns="45720" rIns="45720" bIns="45720" rtlCol="0">
            <a:noAutofit/>
          </a:bodyPr>
          <a:lstStyle>
            <a:lvl1pPr>
              <a:defRPr lang="en-US" kern="1200" smtClean="0">
                <a:solidFill>
                  <a:schemeClr val="bg1"/>
                </a:solidFill>
                <a:latin typeface="+mn-lt"/>
                <a:cs typeface="Poppins" panose="00000500000000000000" pitchFamily="2" charset="0"/>
              </a:defRPr>
            </a:lvl1pPr>
          </a:lstStyle>
          <a:p>
            <a:pPr marL="0" lvl="0" indent="0">
              <a:spcBef>
                <a:spcPct val="0"/>
              </a:spcBef>
              <a:spcAft>
                <a:spcPct val="0"/>
              </a:spcAft>
              <a:buNone/>
            </a:pPr>
            <a:r>
              <a:rPr lang="en-US"/>
              <a:t>Click to edit Master text styles</a:t>
            </a:r>
          </a:p>
        </p:txBody>
      </p:sp>
      <p:sp>
        <p:nvSpPr>
          <p:cNvPr id="3" name="Rectangle 2">
            <a:extLst>
              <a:ext uri="{FF2B5EF4-FFF2-40B4-BE49-F238E27FC236}">
                <a16:creationId xmlns:a16="http://schemas.microsoft.com/office/drawing/2014/main" id="{6E2044E3-FC2D-A11B-4A08-87524A8D767C}"/>
              </a:ext>
            </a:extLst>
          </p:cNvPr>
          <p:cNvSpPr>
            <a:spLocks noChangeArrowheads="1"/>
          </p:cNvSpPr>
          <p:nvPr userDrawn="1"/>
        </p:nvSpPr>
        <p:spPr bwMode="gray">
          <a:xfrm>
            <a:off x="947734" y="4881413"/>
            <a:ext cx="2391680" cy="92333"/>
          </a:xfrm>
          <a:prstGeom prst="rect">
            <a:avLst/>
          </a:prstGeom>
          <a:noFill/>
          <a:ln w="9525">
            <a:noFill/>
            <a:miter lim="800000"/>
            <a:headEnd/>
            <a:tailEnd/>
          </a:ln>
        </p:spPr>
        <p:txBody>
          <a:bodyPr wrap="none" lIns="0" tIns="0" rIns="0" bIns="0" anchor="ctr" anchorCtr="1">
            <a:spAutoFit/>
          </a:bodyPr>
          <a:lstStyle/>
          <a:p>
            <a:pPr marL="0" marR="0" lvl="0" indent="0" algn="l" defTabSz="457200" rtl="0" eaLnBrk="0" fontAlgn="auto" latinLnBrk="0" hangingPunct="0">
              <a:lnSpc>
                <a:spcPct val="100000"/>
              </a:lnSpc>
              <a:spcBef>
                <a:spcPct val="50000"/>
              </a:spcBef>
              <a:spcAft>
                <a:spcPts val="0"/>
              </a:spcAft>
              <a:buClrTx/>
              <a:buSzTx/>
              <a:buFontTx/>
              <a:buNone/>
              <a:tabLst/>
              <a:defRPr/>
            </a:pPr>
            <a:fld id="{D53EEC3E-4A67-448E-865D-9D2EA2A919D4}" type="slidenum">
              <a:rPr lang="en-US" sz="600" smtClean="0">
                <a:solidFill>
                  <a:schemeClr val="accent1">
                    <a:lumMod val="60000"/>
                    <a:lumOff val="40000"/>
                  </a:schemeClr>
                </a:solidFill>
                <a:latin typeface="+mn-lt"/>
                <a:cs typeface="Poppins" panose="00000500000000000000" pitchFamily="2" charset="0"/>
              </a:rPr>
              <a:pPr marL="0" marR="0" lvl="0" indent="0" algn="l" defTabSz="457200" rtl="0" eaLnBrk="0" fontAlgn="auto" latinLnBrk="0" hangingPunct="0">
                <a:lnSpc>
                  <a:spcPct val="100000"/>
                </a:lnSpc>
                <a:spcBef>
                  <a:spcPct val="50000"/>
                </a:spcBef>
                <a:spcAft>
                  <a:spcPts val="0"/>
                </a:spcAft>
                <a:buClrTx/>
                <a:buSzTx/>
                <a:buFontTx/>
                <a:buNone/>
                <a:tabLst/>
                <a:defRPr/>
              </a:pPr>
              <a:t>‹#›</a:t>
            </a:fld>
            <a:r>
              <a:rPr lang="en-US" sz="600" dirty="0">
                <a:solidFill>
                  <a:schemeClr val="accent1">
                    <a:lumMod val="60000"/>
                    <a:lumOff val="40000"/>
                  </a:schemeClr>
                </a:solidFill>
                <a:latin typeface="+mn-lt"/>
                <a:cs typeface="Poppins" panose="00000500000000000000" pitchFamily="2" charset="0"/>
              </a:rPr>
              <a:t> </a:t>
            </a:r>
            <a:r>
              <a:rPr lang="en-US" sz="600" dirty="0">
                <a:solidFill>
                  <a:schemeClr val="bg1"/>
                </a:solidFill>
                <a:latin typeface="+mn-lt"/>
                <a:cs typeface="Poppins" panose="00000500000000000000" pitchFamily="2" charset="0"/>
              </a:rPr>
              <a:t> |  Copyright © 2025 WNS (Holdings) Ltd. All rights reserved. </a:t>
            </a:r>
          </a:p>
        </p:txBody>
      </p:sp>
      <p:pic>
        <p:nvPicPr>
          <p:cNvPr id="5" name="Picture 4" descr="A black and white logo&#10;&#10;AI-generated content may be incorrect.">
            <a:extLst>
              <a:ext uri="{FF2B5EF4-FFF2-40B4-BE49-F238E27FC236}">
                <a16:creationId xmlns:a16="http://schemas.microsoft.com/office/drawing/2014/main" id="{C554DD8F-9A2E-095C-99E2-BE02AF704DB5}"/>
              </a:ext>
            </a:extLst>
          </p:cNvPr>
          <p:cNvPicPr>
            <a:picLocks noChangeAspect="1"/>
          </p:cNvPicPr>
          <p:nvPr userDrawn="1"/>
        </p:nvPicPr>
        <p:blipFill>
          <a:blip r:embed="rId3"/>
          <a:stretch>
            <a:fillRect/>
          </a:stretch>
        </p:blipFill>
        <p:spPr>
          <a:xfrm>
            <a:off x="8359645" y="4675188"/>
            <a:ext cx="509718" cy="263069"/>
          </a:xfrm>
          <a:prstGeom prst="rect">
            <a:avLst/>
          </a:prstGeom>
        </p:spPr>
      </p:pic>
    </p:spTree>
    <p:extLst>
      <p:ext uri="{BB962C8B-B14F-4D97-AF65-F5344CB8AC3E}">
        <p14:creationId xmlns:p14="http://schemas.microsoft.com/office/powerpoint/2010/main" val="189258218"/>
      </p:ext>
    </p:extLst>
  </p:cSld>
  <p:clrMapOvr>
    <a:masterClrMapping/>
  </p:clrMapOvr>
  <p:transition spd="slow">
    <p:wipe dir="r"/>
  </p:transition>
  <p:extLst>
    <p:ext uri="{DCECCB84-F9BA-43D5-87BE-67443E8EF086}">
      <p15:sldGuideLst xmlns:p15="http://schemas.microsoft.com/office/powerpoint/2012/main">
        <p15:guide id="1" orient="horz" pos="497">
          <p15:clr>
            <a:srgbClr val="A4A3A4"/>
          </p15:clr>
        </p15:guide>
        <p15:guide id="2" pos="2938">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023714381"/>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pic>
        <p:nvPicPr>
          <p:cNvPr id="13" name="Picture 12"/>
          <p:cNvPicPr>
            <a:picLocks noChangeAspect="1"/>
          </p:cNvPicPr>
          <p:nvPr/>
        </p:nvPicPr>
        <p:blipFill>
          <a:blip r:embed="rId2"/>
          <a:srcRect/>
          <a:stretch/>
        </p:blipFill>
        <p:spPr>
          <a:xfrm>
            <a:off x="0" y="0"/>
            <a:ext cx="9143985" cy="5148064"/>
          </a:xfrm>
          <a:prstGeom prst="rect">
            <a:avLst/>
          </a:prstGeom>
        </p:spPr>
      </p:pic>
      <p:sp>
        <p:nvSpPr>
          <p:cNvPr id="30" name="Rectangle 29"/>
          <p:cNvSpPr/>
          <p:nvPr/>
        </p:nvSpPr>
        <p:spPr>
          <a:xfrm>
            <a:off x="838200" y="4828466"/>
            <a:ext cx="677093" cy="207749"/>
          </a:xfrm>
          <a:prstGeom prst="rect">
            <a:avLst/>
          </a:prstGeom>
        </p:spPr>
        <p:txBody>
          <a:bodyPr wrap="square">
            <a:spAutoFit/>
          </a:bodyPr>
          <a:lstStyle/>
          <a:p>
            <a:pPr>
              <a:spcAft>
                <a:spcPct val="50000"/>
              </a:spcAft>
              <a:defRPr/>
            </a:pPr>
            <a:r>
              <a:rPr lang="en-US" sz="750" b="1" dirty="0">
                <a:solidFill>
                  <a:schemeClr val="bg1"/>
                </a:solidFill>
                <a:latin typeface="+mn-lt"/>
                <a:cs typeface="Poppins" panose="00000500000000000000" pitchFamily="2" charset="0"/>
              </a:rPr>
              <a:t>WNS.COM</a:t>
            </a:r>
          </a:p>
        </p:txBody>
      </p:sp>
      <p:sp>
        <p:nvSpPr>
          <p:cNvPr id="11" name="TextBox 6"/>
          <p:cNvSpPr txBox="1">
            <a:spLocks noChangeArrowheads="1"/>
          </p:cNvSpPr>
          <p:nvPr/>
        </p:nvSpPr>
        <p:spPr bwMode="auto">
          <a:xfrm>
            <a:off x="411480" y="518861"/>
            <a:ext cx="2103120" cy="3905813"/>
          </a:xfrm>
          <a:prstGeom prst="rect">
            <a:avLst/>
          </a:prstGeom>
          <a:noFill/>
          <a:ln w="9525">
            <a:noFill/>
            <a:miter lim="800000"/>
            <a:headEnd/>
            <a:tailEnd/>
          </a:ln>
        </p:spPr>
        <p:txBody>
          <a:bodyPr wrap="square" lIns="0" tIns="0" rIns="0" bIns="0">
            <a:spAutoFit/>
          </a:bodyPr>
          <a:lstStyle/>
          <a:p>
            <a:pPr algn="just" defTabSz="914400">
              <a:lnSpc>
                <a:spcPct val="110000"/>
              </a:lnSpc>
            </a:pPr>
            <a:r>
              <a:rPr lang="en-US" sz="700" dirty="0">
                <a:solidFill>
                  <a:schemeClr val="bg1"/>
                </a:solidFill>
                <a:latin typeface="+mn-lt"/>
                <a:cs typeface="Poppins" panose="00000500000000000000" pitchFamily="2" charset="0"/>
              </a:rPr>
              <a:t>This presentation and any files attached and/or transmitted with it are confidential and intended solely for the use of the individual or entity to whom they are addressed. No part of this presentation may be given, lent, resold, or disclosed to any unintended recipients or exploited for any commercial purposes. If you are not the intended recipient and you have received this presentation in error, please return this material to the sender immediately and forthwith delete and destroy the presentation including any copies thereof from your records. We hereby notify that disclosing, distributing, copying, reproducing, storing in a retrieval system, or transmitting in any form or by any means, electronic, mechanical, photocopying, recording, or otherwise, or taking any action in reliance on the contents of the presentation in its entirety or any part thereof is strictly prohibited without the prior written consent of WNS, such consent being given at the sole discretion of WNS. Any views or opinion expressed in this presentation are those of the author and do not necessarily represent that of WNS. WNS makes no representations and to the full extent permissible by applicable law, WNS disclaims any warranties of any kind, express or implied, including any warranty of merchantability, accuracy, fitness or applicability for a particular purpose, and non-infringement of third party rights, as to the information, content and materials. </a:t>
            </a:r>
          </a:p>
        </p:txBody>
      </p:sp>
      <p:pic>
        <p:nvPicPr>
          <p:cNvPr id="4" name="Picture 3" descr="A black and white logo&#10;&#10;AI-generated content may be incorrect.">
            <a:extLst>
              <a:ext uri="{FF2B5EF4-FFF2-40B4-BE49-F238E27FC236}">
                <a16:creationId xmlns:a16="http://schemas.microsoft.com/office/drawing/2014/main" id="{E82F17AD-9CC3-26CD-A209-05173E08BD23}"/>
              </a:ext>
            </a:extLst>
          </p:cNvPr>
          <p:cNvPicPr>
            <a:picLocks noChangeAspect="1"/>
          </p:cNvPicPr>
          <p:nvPr userDrawn="1"/>
        </p:nvPicPr>
        <p:blipFill>
          <a:blip r:embed="rId3"/>
          <a:stretch>
            <a:fillRect/>
          </a:stretch>
        </p:blipFill>
        <p:spPr>
          <a:xfrm>
            <a:off x="7651312" y="4334725"/>
            <a:ext cx="1218051" cy="628644"/>
          </a:xfrm>
          <a:prstGeom prst="rect">
            <a:avLst/>
          </a:prstGeom>
        </p:spPr>
      </p:pic>
    </p:spTree>
    <p:extLst>
      <p:ext uri="{BB962C8B-B14F-4D97-AF65-F5344CB8AC3E}">
        <p14:creationId xmlns:p14="http://schemas.microsoft.com/office/powerpoint/2010/main" val="2545090515"/>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39164942"/>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3369" y="40482"/>
            <a:ext cx="8595360" cy="632222"/>
          </a:xfrm>
          <a:prstGeom prst="rect">
            <a:avLst/>
          </a:prstGeom>
          <a:noFill/>
          <a:ln w="9525" algn="ctr">
            <a:noFill/>
            <a:miter lim="800000"/>
            <a:headEnd/>
            <a:tailEnd/>
          </a:ln>
        </p:spPr>
        <p:txBody>
          <a:bodyPr vert="horz" wrap="square" lIns="45720" tIns="45720" rIns="45720" bIns="45720" numCol="1" rtlCol="0" anchor="b" anchorCtr="0" compatLnSpc="1">
            <a:prstTxWarp prst="textNoShape">
              <a:avLst/>
            </a:prstTxWarp>
            <a:noAutofit/>
          </a:bodyPr>
          <a:lstStyle/>
          <a:p>
            <a:pPr lvl="0" fontAlgn="base">
              <a:spcAft>
                <a:spcPct val="0"/>
              </a:spcAft>
            </a:pPr>
            <a:r>
              <a:rPr lang="en-US"/>
              <a:t>Click to edit Master title style</a:t>
            </a:r>
            <a:endParaRPr lang="en-US" dirty="0"/>
          </a:p>
        </p:txBody>
      </p:sp>
      <p:sp>
        <p:nvSpPr>
          <p:cNvPr id="4" name="Text Placeholder 3"/>
          <p:cNvSpPr>
            <a:spLocks noGrp="1"/>
          </p:cNvSpPr>
          <p:nvPr>
            <p:ph type="body" idx="1"/>
          </p:nvPr>
        </p:nvSpPr>
        <p:spPr>
          <a:xfrm>
            <a:off x="273369" y="794910"/>
            <a:ext cx="8595360" cy="815608"/>
          </a:xfrm>
          <a:prstGeom prst="rect">
            <a:avLst/>
          </a:prstGeom>
        </p:spPr>
        <p:txBody>
          <a:bodyPr vert="horz" lIns="45720" tIns="45720" rIns="45720" bIns="45720" rtlCol="0">
            <a:spAutoFit/>
          </a:bodyPr>
          <a:lstStyle/>
          <a:p>
            <a:pPr lvl="0"/>
            <a:r>
              <a:rPr lang="en-US" dirty="0"/>
              <a:t>Edit Master text styles</a:t>
            </a:r>
          </a:p>
          <a:p>
            <a:pPr lvl="1"/>
            <a:r>
              <a:rPr lang="en-US" dirty="0"/>
              <a:t>Second level</a:t>
            </a:r>
          </a:p>
          <a:p>
            <a:pPr lvl="2"/>
            <a:r>
              <a:rPr lang="en-US" dirty="0"/>
              <a:t>Third level</a:t>
            </a:r>
          </a:p>
        </p:txBody>
      </p:sp>
      <p:sp>
        <p:nvSpPr>
          <p:cNvPr id="5" name="Text Box 16">
            <a:extLst>
              <a:ext uri="{FF2B5EF4-FFF2-40B4-BE49-F238E27FC236}">
                <a16:creationId xmlns:a16="http://schemas.microsoft.com/office/drawing/2014/main" id="{643F7877-8759-C589-1547-5F747851FB04}"/>
              </a:ext>
            </a:extLst>
          </p:cNvPr>
          <p:cNvSpPr txBox="1">
            <a:spLocks noChangeArrowheads="1"/>
          </p:cNvSpPr>
          <p:nvPr userDrawn="1"/>
        </p:nvSpPr>
        <p:spPr bwMode="gray">
          <a:xfrm>
            <a:off x="152400" y="4969413"/>
            <a:ext cx="2391680" cy="92333"/>
          </a:xfrm>
          <a:prstGeom prst="rect">
            <a:avLst/>
          </a:prstGeom>
          <a:noFill/>
          <a:ln w="12700" algn="ctr">
            <a:noFill/>
            <a:miter lim="800000"/>
            <a:headEnd/>
            <a:tailEnd/>
          </a:ln>
        </p:spPr>
        <p:txBody>
          <a:bodyPr wrap="none" lIns="0" tIns="0" rIns="0" bIns="0" anchor="ctr">
            <a:spAutoFit/>
          </a:bodyPr>
          <a:lstStyle>
            <a:defPPr>
              <a:defRPr lang="en-US"/>
            </a:defPPr>
            <a:lvl1pPr marL="0" defTabSz="457200" eaLnBrk="1" latinLnBrk="0" hangingPunct="1">
              <a:defRPr sz="700">
                <a:solidFill>
                  <a:schemeClr val="tx1">
                    <a:lumMod val="75000"/>
                    <a:lumOff val="25000"/>
                  </a:schemeClr>
                </a:solidFill>
                <a:latin typeface="Calibri" panose="020F0502020204030204" pitchFamily="34" charset="0"/>
                <a:cs typeface="Calibri" panose="020F0502020204030204" pitchFamily="34" charset="0"/>
              </a:defRPr>
            </a:lvl1pPr>
            <a:lvl2pPr defTabSz="457200" eaLnBrk="1" latinLnBrk="0" hangingPunct="1">
              <a:defRPr sz="1800">
                <a:latin typeface="+mn-lt"/>
              </a:defRPr>
            </a:lvl2pPr>
            <a:lvl3pPr defTabSz="457200" eaLnBrk="1" latinLnBrk="0" hangingPunct="1">
              <a:defRPr sz="1800">
                <a:latin typeface="+mn-lt"/>
              </a:defRPr>
            </a:lvl3pPr>
            <a:lvl4pPr defTabSz="457200" eaLnBrk="1" latinLnBrk="0" hangingPunct="1">
              <a:defRPr sz="1800">
                <a:latin typeface="+mn-lt"/>
              </a:defRPr>
            </a:lvl4pPr>
            <a:lvl5pPr defTabSz="457200" eaLnBrk="1" latinLnBrk="0" hangingPunct="1">
              <a:defRPr sz="1800">
                <a:latin typeface="+mn-lt"/>
              </a:defRPr>
            </a:lvl5pPr>
            <a:lvl6pPr defTabSz="457200">
              <a:defRPr sz="1800">
                <a:latin typeface="+mn-lt"/>
              </a:defRPr>
            </a:lvl6pPr>
            <a:lvl7pPr defTabSz="457200">
              <a:defRPr sz="1800">
                <a:latin typeface="+mn-lt"/>
              </a:defRPr>
            </a:lvl7pPr>
            <a:lvl8pPr defTabSz="457200">
              <a:defRPr sz="1800">
                <a:latin typeface="+mn-lt"/>
              </a:defRPr>
            </a:lvl8pPr>
            <a:lvl9pPr defTabSz="457200">
              <a:defRPr sz="1800">
                <a:latin typeface="+mn-lt"/>
              </a:defRPr>
            </a:lvl9pPr>
          </a:lstStyle>
          <a:p>
            <a:pPr marL="0" marR="0" lvl="0" indent="0" algn="l" defTabSz="457200" rtl="0" eaLnBrk="0" fontAlgn="auto" latinLnBrk="0" hangingPunct="0">
              <a:lnSpc>
                <a:spcPct val="100000"/>
              </a:lnSpc>
              <a:spcBef>
                <a:spcPct val="50000"/>
              </a:spcBef>
              <a:spcAft>
                <a:spcPts val="0"/>
              </a:spcAft>
              <a:buClrTx/>
              <a:buSzTx/>
              <a:buFontTx/>
              <a:buNone/>
              <a:tabLst/>
              <a:defRPr/>
            </a:pPr>
            <a:fld id="{D53EEC3E-4A67-448E-865D-9D2EA2A919D4}" type="slidenum">
              <a:rPr lang="en-US" sz="600" smtClean="0">
                <a:solidFill>
                  <a:schemeClr val="accent1"/>
                </a:solidFill>
                <a:latin typeface="+mn-lt"/>
                <a:cs typeface="Poppins" panose="00000500000000000000" pitchFamily="2" charset="0"/>
              </a:rPr>
              <a:pPr marL="0" marR="0" lvl="0" indent="0" algn="l" defTabSz="457200" rtl="0" eaLnBrk="0" fontAlgn="auto" latinLnBrk="0" hangingPunct="0">
                <a:lnSpc>
                  <a:spcPct val="100000"/>
                </a:lnSpc>
                <a:spcBef>
                  <a:spcPct val="50000"/>
                </a:spcBef>
                <a:spcAft>
                  <a:spcPts val="0"/>
                </a:spcAft>
                <a:buClrTx/>
                <a:buSzTx/>
                <a:buFontTx/>
                <a:buNone/>
                <a:tabLst/>
                <a:defRPr/>
              </a:pPr>
              <a:t>‹#›</a:t>
            </a:fld>
            <a:r>
              <a:rPr lang="en-US" sz="600" dirty="0">
                <a:solidFill>
                  <a:schemeClr val="accent1"/>
                </a:solidFill>
                <a:latin typeface="+mn-lt"/>
                <a:cs typeface="Poppins" panose="00000500000000000000" pitchFamily="2" charset="0"/>
              </a:rPr>
              <a:t>  |  </a:t>
            </a:r>
            <a:r>
              <a:rPr lang="en-US" sz="600" dirty="0">
                <a:solidFill>
                  <a:schemeClr val="tx1"/>
                </a:solidFill>
                <a:latin typeface="+mn-lt"/>
                <a:cs typeface="Poppins" panose="00000500000000000000" pitchFamily="2" charset="0"/>
              </a:rPr>
              <a:t>Copyright © 2025 WNS (Holdings) Ltd. All rights reserved. </a:t>
            </a:r>
          </a:p>
        </p:txBody>
      </p:sp>
      <p:pic>
        <p:nvPicPr>
          <p:cNvPr id="3" name="Picture 2" descr="A black and orange triangle with black text&#10;&#10;AI-generated content may be incorrect.">
            <a:extLst>
              <a:ext uri="{FF2B5EF4-FFF2-40B4-BE49-F238E27FC236}">
                <a16:creationId xmlns:a16="http://schemas.microsoft.com/office/drawing/2014/main" id="{33BC1C78-78E2-10A0-B84B-F7AD793F1AD1}"/>
              </a:ext>
            </a:extLst>
          </p:cNvPr>
          <p:cNvPicPr>
            <a:picLocks noChangeAspect="1"/>
          </p:cNvPicPr>
          <p:nvPr userDrawn="1"/>
        </p:nvPicPr>
        <p:blipFill>
          <a:blip r:embed="rId8"/>
          <a:stretch>
            <a:fillRect/>
          </a:stretch>
        </p:blipFill>
        <p:spPr>
          <a:xfrm>
            <a:off x="8490772" y="4768456"/>
            <a:ext cx="509718" cy="263069"/>
          </a:xfrm>
          <a:prstGeom prst="rect">
            <a:avLst/>
          </a:prstGeom>
        </p:spPr>
      </p:pic>
    </p:spTree>
    <p:extLst>
      <p:ext uri="{BB962C8B-B14F-4D97-AF65-F5344CB8AC3E}">
        <p14:creationId xmlns:p14="http://schemas.microsoft.com/office/powerpoint/2010/main" val="269959560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1" r:id="rId4"/>
    <p:sldLayoutId id="2147483702" r:id="rId5"/>
    <p:sldLayoutId id="2147483703" r:id="rId6"/>
  </p:sldLayoutIdLst>
  <p:transition spd="slow">
    <p:wipe dir="r"/>
  </p:transition>
  <p:txStyles>
    <p:titleStyle>
      <a:lvl1pPr algn="l" defTabSz="685800" rtl="0" eaLnBrk="1" latinLnBrk="0" hangingPunct="1">
        <a:lnSpc>
          <a:spcPct val="90000"/>
        </a:lnSpc>
        <a:spcBef>
          <a:spcPct val="0"/>
        </a:spcBef>
        <a:buNone/>
        <a:defRPr lang="en-US" sz="1800" b="1" kern="1200" spc="-80" baseline="0" dirty="0">
          <a:solidFill>
            <a:schemeClr val="tx1"/>
          </a:solidFill>
          <a:latin typeface="+mj-lt"/>
          <a:ea typeface="+mj-ea"/>
          <a:cs typeface="Poppins" panose="00000500000000000000" pitchFamily="2" charset="0"/>
        </a:defRPr>
      </a:lvl1pPr>
    </p:titleStyle>
    <p:bodyStyle>
      <a:lvl1pPr marL="231775" indent="-231775" algn="l" defTabSz="914400" rtl="0" eaLnBrk="1" fontAlgn="base" latinLnBrk="0" hangingPunct="1">
        <a:lnSpc>
          <a:spcPct val="100000"/>
        </a:lnSpc>
        <a:spcBef>
          <a:spcPts val="600"/>
        </a:spcBef>
        <a:spcAft>
          <a:spcPts val="300"/>
        </a:spcAft>
        <a:buClr>
          <a:srgbClr val="000000"/>
        </a:buClr>
        <a:buFont typeface="Wingdings" pitchFamily="2" charset="2"/>
        <a:buChar char="§"/>
        <a:defRPr lang="en-US" sz="1600" b="0" kern="0" smtClean="0">
          <a:solidFill>
            <a:schemeClr val="tx1"/>
          </a:solidFill>
          <a:latin typeface="+mn-lt"/>
          <a:ea typeface="+mn-ea"/>
          <a:cs typeface="Poppins" panose="00000500000000000000" pitchFamily="2" charset="0"/>
        </a:defRPr>
      </a:lvl1pPr>
      <a:lvl2pPr marL="461963" indent="-227013" algn="l" defTabSz="685800" rtl="0" eaLnBrk="1" latinLnBrk="0" hangingPunct="1">
        <a:lnSpc>
          <a:spcPct val="100000"/>
        </a:lnSpc>
        <a:spcBef>
          <a:spcPts val="0"/>
        </a:spcBef>
        <a:spcAft>
          <a:spcPts val="300"/>
        </a:spcAft>
        <a:buFont typeface="Arial" panose="020B0604020202020204" pitchFamily="34" charset="0"/>
        <a:buChar char="–"/>
        <a:defRPr lang="en-US" sz="1400" b="0" kern="0" dirty="0" smtClean="0">
          <a:solidFill>
            <a:schemeClr val="tx1"/>
          </a:solidFill>
          <a:latin typeface="+mn-lt"/>
          <a:ea typeface="+mn-ea"/>
          <a:cs typeface="Poppins" panose="00000500000000000000" pitchFamily="2" charset="0"/>
        </a:defRPr>
      </a:lvl2pPr>
      <a:lvl3pPr marL="682625" indent="-220663" algn="l" defTabSz="685800" rtl="0" eaLnBrk="1" latinLnBrk="0" hangingPunct="1">
        <a:lnSpc>
          <a:spcPct val="100000"/>
        </a:lnSpc>
        <a:spcBef>
          <a:spcPts val="0"/>
        </a:spcBef>
        <a:spcAft>
          <a:spcPts val="300"/>
        </a:spcAft>
        <a:buFont typeface="Arial" panose="020B0604020202020204" pitchFamily="34" charset="0"/>
        <a:buChar char="□"/>
        <a:defRPr lang="en-US" sz="1200" b="0" kern="0" dirty="0" smtClean="0">
          <a:solidFill>
            <a:schemeClr val="tx1"/>
          </a:solidFill>
          <a:latin typeface="+mn-lt"/>
          <a:ea typeface="+mn-ea"/>
          <a:cs typeface="Poppins" panose="00000500000000000000" pitchFamily="2" charset="0"/>
        </a:defRPr>
      </a:lvl3pPr>
      <a:lvl4pPr marL="1200150" indent="-171450" algn="l" defTabSz="685800" rtl="0" eaLnBrk="1" latinLnBrk="0" hangingPunct="1">
        <a:lnSpc>
          <a:spcPct val="90000"/>
        </a:lnSpc>
        <a:spcBef>
          <a:spcPts val="375"/>
        </a:spcBef>
        <a:buFont typeface="Arial" panose="020B0604020202020204" pitchFamily="34" charset="0"/>
        <a:buChar char="•"/>
        <a:defRPr lang="en-US" sz="2000" kern="1200" dirty="0" smtClean="0">
          <a:solidFill>
            <a:schemeClr val="tx1"/>
          </a:solidFill>
          <a:latin typeface="+mn-lt"/>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lang="en-US" sz="2000" kern="1200" dirty="0">
          <a:solidFill>
            <a:schemeClr val="tx1"/>
          </a:solidFill>
          <a:latin typeface="+mn-lt"/>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2">
          <p15:clr>
            <a:srgbClr val="A4A3A4"/>
          </p15:clr>
        </p15:guide>
        <p15:guide id="2" pos="2822">
          <p15:clr>
            <a:srgbClr val="A4A3A4"/>
          </p15:clr>
        </p15:guide>
        <p15:guide id="3" pos="173">
          <p15:clr>
            <a:srgbClr val="A4A3A4"/>
          </p15:clr>
        </p15:guide>
        <p15:guide id="4" pos="58">
          <p15:clr>
            <a:srgbClr val="A4A3A4"/>
          </p15:clr>
        </p15:guide>
        <p15:guide id="5" pos="5702">
          <p15:clr>
            <a:srgbClr val="A4A3A4"/>
          </p15:clr>
        </p15:guide>
        <p15:guide id="6" pos="5587">
          <p15:clr>
            <a:srgbClr val="A4A3A4"/>
          </p15:clr>
        </p15:guide>
        <p15:guide id="7" orient="horz" pos="497">
          <p15:clr>
            <a:srgbClr val="A4A3A4"/>
          </p15:clr>
        </p15:guide>
        <p15:guide id="8" orient="horz" pos="2945">
          <p15:clr>
            <a:srgbClr val="A4A3A4"/>
          </p15:clr>
        </p15:guide>
        <p15:guide id="9" pos="2938">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762000" y="1829424"/>
            <a:ext cx="6553200" cy="483722"/>
          </a:xfrm>
        </p:spPr>
        <p:txBody>
          <a:bodyPr/>
          <a:lstStyle/>
          <a:p>
            <a:r>
              <a:rPr lang="en-US" sz="2800" dirty="0"/>
              <a:t>WNS I-Bot Ticket</a:t>
            </a:r>
            <a:endParaRPr lang="en-IN" sz="2800" dirty="0"/>
          </a:p>
        </p:txBody>
      </p:sp>
      <p:sp>
        <p:nvSpPr>
          <p:cNvPr id="7" name="Text Placeholder 2"/>
          <p:cNvSpPr>
            <a:spLocks noGrp="1"/>
          </p:cNvSpPr>
          <p:nvPr>
            <p:ph type="body" sz="quarter" idx="10"/>
          </p:nvPr>
        </p:nvSpPr>
        <p:spPr>
          <a:xfrm>
            <a:off x="762000" y="2313146"/>
            <a:ext cx="4343400" cy="338554"/>
          </a:xfrm>
        </p:spPr>
        <p:txBody>
          <a:bodyPr/>
          <a:lstStyle/>
          <a:p>
            <a:pPr marL="0" indent="0">
              <a:buNone/>
            </a:pPr>
            <a:r>
              <a:rPr lang="en-US" sz="2000" dirty="0"/>
              <a:t>System Issue Tracking</a:t>
            </a:r>
          </a:p>
        </p:txBody>
      </p:sp>
    </p:spTree>
    <p:extLst>
      <p:ext uri="{BB962C8B-B14F-4D97-AF65-F5344CB8AC3E}">
        <p14:creationId xmlns:p14="http://schemas.microsoft.com/office/powerpoint/2010/main" val="2773277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AED86C-82F4-4881-A374-3B808985850C}"/>
              </a:ext>
            </a:extLst>
          </p:cNvPr>
          <p:cNvSpPr>
            <a:spLocks noGrp="1"/>
          </p:cNvSpPr>
          <p:nvPr>
            <p:ph type="title"/>
          </p:nvPr>
        </p:nvSpPr>
        <p:spPr>
          <a:xfrm>
            <a:off x="762000" y="1941249"/>
            <a:ext cx="2476214" cy="371897"/>
          </a:xfrm>
        </p:spPr>
        <p:txBody>
          <a:bodyPr/>
          <a:lstStyle/>
          <a:p>
            <a:endParaRPr lang="en-US">
              <a:latin typeface="+mn-lt"/>
            </a:endParaRPr>
          </a:p>
        </p:txBody>
      </p:sp>
      <p:sp>
        <p:nvSpPr>
          <p:cNvPr id="10" name="Text Placeholder 9">
            <a:extLst>
              <a:ext uri="{FF2B5EF4-FFF2-40B4-BE49-F238E27FC236}">
                <a16:creationId xmlns:a16="http://schemas.microsoft.com/office/drawing/2014/main" id="{F08C6AFB-C28A-4948-B4B3-80CDC7183B1F}"/>
              </a:ext>
            </a:extLst>
          </p:cNvPr>
          <p:cNvSpPr>
            <a:spLocks noGrp="1"/>
          </p:cNvSpPr>
          <p:nvPr>
            <p:ph type="body" sz="quarter" idx="10"/>
          </p:nvPr>
        </p:nvSpPr>
        <p:spPr/>
        <p:txBody>
          <a:bodyPr/>
          <a:lstStyle/>
          <a:p>
            <a:endParaRPr lang="en-US"/>
          </a:p>
        </p:txBody>
      </p:sp>
      <p:sp>
        <p:nvSpPr>
          <p:cNvPr id="14" name="Round Same Side Corner Rectangle 87">
            <a:extLst>
              <a:ext uri="{FF2B5EF4-FFF2-40B4-BE49-F238E27FC236}">
                <a16:creationId xmlns:a16="http://schemas.microsoft.com/office/drawing/2014/main" id="{480BB7EE-A5FF-4327-9C9B-E6F8B71C6534}"/>
              </a:ext>
            </a:extLst>
          </p:cNvPr>
          <p:cNvSpPr/>
          <p:nvPr/>
        </p:nvSpPr>
        <p:spPr>
          <a:xfrm rot="5400000">
            <a:off x="1562299" y="-1569497"/>
            <a:ext cx="5150697" cy="8275297"/>
          </a:xfrm>
          <a:prstGeom prst="round2SameRect">
            <a:avLst>
              <a:gd name="adj1" fmla="val 1023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6">
            <a:extLst>
              <a:ext uri="{FF2B5EF4-FFF2-40B4-BE49-F238E27FC236}">
                <a16:creationId xmlns:a16="http://schemas.microsoft.com/office/drawing/2014/main" id="{43C6B25D-96F8-41DB-BB65-925FB90B4A86}"/>
              </a:ext>
            </a:extLst>
          </p:cNvPr>
          <p:cNvSpPr txBox="1">
            <a:spLocks/>
          </p:cNvSpPr>
          <p:nvPr/>
        </p:nvSpPr>
        <p:spPr>
          <a:xfrm>
            <a:off x="1005840" y="447038"/>
            <a:ext cx="7862889" cy="341632"/>
          </a:xfrm>
          <a:prstGeom prst="rect">
            <a:avLst/>
          </a:prstGeom>
          <a:noFill/>
          <a:ln w="9525" algn="ctr">
            <a:noFill/>
            <a:miter lim="800000"/>
            <a:headEnd/>
            <a:tailEnd/>
          </a:ln>
        </p:spPr>
        <p:txBody>
          <a:bodyPr vert="horz" wrap="square" lIns="45720" tIns="45720" rIns="45720" bIns="45720" numCol="1" rtlCol="0" anchor="b" anchorCtr="0" compatLnSpc="1">
            <a:prstTxWarp prst="textNoShape">
              <a:avLst/>
            </a:prstTxWarp>
            <a:spAutoFit/>
          </a:bodyPr>
          <a:lstStyle>
            <a:lvl1pPr algn="l" defTabSz="685800" rtl="0" eaLnBrk="1" latinLnBrk="0" hangingPunct="1">
              <a:lnSpc>
                <a:spcPct val="90000"/>
              </a:lnSpc>
              <a:spcBef>
                <a:spcPct val="0"/>
              </a:spcBef>
              <a:buNone/>
              <a:defRPr lang="en-US" sz="2000" b="1" kern="1200" spc="-80" baseline="0" dirty="0">
                <a:solidFill>
                  <a:schemeClr val="bg1"/>
                </a:solidFill>
                <a:latin typeface="+mj-lt"/>
                <a:ea typeface="+mn-ea"/>
                <a:cs typeface="Poppins" panose="00000500000000000000" pitchFamily="2" charset="0"/>
              </a:defRPr>
            </a:lvl1pPr>
          </a:lstStyle>
          <a:p>
            <a:r>
              <a:rPr lang="en-US" sz="1800" dirty="0">
                <a:solidFill>
                  <a:schemeClr val="tx1"/>
                </a:solidFill>
                <a:latin typeface="+mn-lt"/>
                <a:cs typeface="Arial" panose="020B0604020202020204" pitchFamily="34" charset="0"/>
              </a:rPr>
              <a:t>How to get the correct IBOT ticket number?</a:t>
            </a:r>
          </a:p>
        </p:txBody>
      </p:sp>
      <p:sp>
        <p:nvSpPr>
          <p:cNvPr id="17" name="Freeform 73">
            <a:extLst>
              <a:ext uri="{FF2B5EF4-FFF2-40B4-BE49-F238E27FC236}">
                <a16:creationId xmlns:a16="http://schemas.microsoft.com/office/drawing/2014/main" id="{63BA36DB-41FC-4B36-94DB-079E2721BE8B}"/>
              </a:ext>
            </a:extLst>
          </p:cNvPr>
          <p:cNvSpPr>
            <a:spLocks noChangeArrowheads="1"/>
          </p:cNvSpPr>
          <p:nvPr/>
        </p:nvSpPr>
        <p:spPr bwMode="auto">
          <a:xfrm>
            <a:off x="365760" y="352357"/>
            <a:ext cx="365760" cy="357573"/>
          </a:xfrm>
          <a:custGeom>
            <a:avLst/>
            <a:gdLst>
              <a:gd name="connsiteX0" fmla="*/ 34993 w 1117443"/>
              <a:gd name="connsiteY0" fmla="*/ 1060603 h 1207696"/>
              <a:gd name="connsiteX1" fmla="*/ 34993 w 1117443"/>
              <a:gd name="connsiteY1" fmla="*/ 1063096 h 1207696"/>
              <a:gd name="connsiteX2" fmla="*/ 232820 w 1117443"/>
              <a:gd name="connsiteY2" fmla="*/ 1172792 h 1207696"/>
              <a:gd name="connsiteX3" fmla="*/ 755382 w 1117443"/>
              <a:gd name="connsiteY3" fmla="*/ 1172792 h 1207696"/>
              <a:gd name="connsiteX4" fmla="*/ 954453 w 1117443"/>
              <a:gd name="connsiteY4" fmla="*/ 1063096 h 1207696"/>
              <a:gd name="connsiteX5" fmla="*/ 954453 w 1117443"/>
              <a:gd name="connsiteY5" fmla="*/ 1060603 h 1207696"/>
              <a:gd name="connsiteX6" fmla="*/ 691928 w 1117443"/>
              <a:gd name="connsiteY6" fmla="*/ 1060603 h 1207696"/>
              <a:gd name="connsiteX7" fmla="*/ 296274 w 1117443"/>
              <a:gd name="connsiteY7" fmla="*/ 1060603 h 1207696"/>
              <a:gd name="connsiteX8" fmla="*/ 956942 w 1117443"/>
              <a:gd name="connsiteY8" fmla="*/ 656722 h 1207696"/>
              <a:gd name="connsiteX9" fmla="*/ 948232 w 1117443"/>
              <a:gd name="connsiteY9" fmla="*/ 722789 h 1207696"/>
              <a:gd name="connsiteX10" fmla="*/ 876069 w 1117443"/>
              <a:gd name="connsiteY10" fmla="*/ 909771 h 1207696"/>
              <a:gd name="connsiteX11" fmla="*/ 1082605 w 1117443"/>
              <a:gd name="connsiteY11" fmla="*/ 735255 h 1207696"/>
              <a:gd name="connsiteX12" fmla="*/ 1002977 w 1117443"/>
              <a:gd name="connsiteY12" fmla="*/ 656722 h 1207696"/>
              <a:gd name="connsiteX13" fmla="*/ 83516 w 1117443"/>
              <a:gd name="connsiteY13" fmla="*/ 583176 h 1207696"/>
              <a:gd name="connsiteX14" fmla="*/ 66098 w 1117443"/>
              <a:gd name="connsiteY14" fmla="*/ 591902 h 1207696"/>
              <a:gd name="connsiteX15" fmla="*/ 59877 w 1117443"/>
              <a:gd name="connsiteY15" fmla="*/ 610600 h 1207696"/>
              <a:gd name="connsiteX16" fmla="*/ 74807 w 1117443"/>
              <a:gd name="connsiteY16" fmla="*/ 719050 h 1207696"/>
              <a:gd name="connsiteX17" fmla="*/ 303739 w 1117443"/>
              <a:gd name="connsiteY17" fmla="*/ 1025700 h 1207696"/>
              <a:gd name="connsiteX18" fmla="*/ 684463 w 1117443"/>
              <a:gd name="connsiteY18" fmla="*/ 1025700 h 1207696"/>
              <a:gd name="connsiteX19" fmla="*/ 913395 w 1117443"/>
              <a:gd name="connsiteY19" fmla="*/ 719050 h 1207696"/>
              <a:gd name="connsiteX20" fmla="*/ 929569 w 1117443"/>
              <a:gd name="connsiteY20" fmla="*/ 610600 h 1207696"/>
              <a:gd name="connsiteX21" fmla="*/ 923348 w 1117443"/>
              <a:gd name="connsiteY21" fmla="*/ 591902 h 1207696"/>
              <a:gd name="connsiteX22" fmla="*/ 905930 w 1117443"/>
              <a:gd name="connsiteY22" fmla="*/ 583176 h 1207696"/>
              <a:gd name="connsiteX23" fmla="*/ 83516 w 1117443"/>
              <a:gd name="connsiteY23" fmla="*/ 549519 h 1207696"/>
              <a:gd name="connsiteX24" fmla="*/ 905930 w 1117443"/>
              <a:gd name="connsiteY24" fmla="*/ 549519 h 1207696"/>
              <a:gd name="connsiteX25" fmla="*/ 949476 w 1117443"/>
              <a:gd name="connsiteY25" fmla="*/ 569464 h 1207696"/>
              <a:gd name="connsiteX26" fmla="*/ 963163 w 1117443"/>
              <a:gd name="connsiteY26" fmla="*/ 615586 h 1207696"/>
              <a:gd name="connsiteX27" fmla="*/ 961918 w 1117443"/>
              <a:gd name="connsiteY27" fmla="*/ 621819 h 1207696"/>
              <a:gd name="connsiteX28" fmla="*/ 1002977 w 1117443"/>
              <a:gd name="connsiteY28" fmla="*/ 621819 h 1207696"/>
              <a:gd name="connsiteX29" fmla="*/ 1117443 w 1117443"/>
              <a:gd name="connsiteY29" fmla="*/ 735255 h 1207696"/>
              <a:gd name="connsiteX30" fmla="*/ 843720 w 1117443"/>
              <a:gd name="connsiteY30" fmla="*/ 949661 h 1207696"/>
              <a:gd name="connsiteX31" fmla="*/ 755382 w 1117443"/>
              <a:gd name="connsiteY31" fmla="*/ 1025700 h 1207696"/>
              <a:gd name="connsiteX32" fmla="*/ 959430 w 1117443"/>
              <a:gd name="connsiteY32" fmla="*/ 1025700 h 1207696"/>
              <a:gd name="connsiteX33" fmla="*/ 984314 w 1117443"/>
              <a:gd name="connsiteY33" fmla="*/ 1043152 h 1207696"/>
              <a:gd name="connsiteX34" fmla="*/ 981826 w 1117443"/>
              <a:gd name="connsiteY34" fmla="*/ 1083041 h 1207696"/>
              <a:gd name="connsiteX35" fmla="*/ 755382 w 1117443"/>
              <a:gd name="connsiteY35" fmla="*/ 1207696 h 1207696"/>
              <a:gd name="connsiteX36" fmla="*/ 232820 w 1117443"/>
              <a:gd name="connsiteY36" fmla="*/ 1207696 h 1207696"/>
              <a:gd name="connsiteX37" fmla="*/ 7621 w 1117443"/>
              <a:gd name="connsiteY37" fmla="*/ 1083041 h 1207696"/>
              <a:gd name="connsiteX38" fmla="*/ 3888 w 1117443"/>
              <a:gd name="connsiteY38" fmla="*/ 1043152 h 1207696"/>
              <a:gd name="connsiteX39" fmla="*/ 30016 w 1117443"/>
              <a:gd name="connsiteY39" fmla="*/ 1025700 h 1207696"/>
              <a:gd name="connsiteX40" fmla="*/ 232820 w 1117443"/>
              <a:gd name="connsiteY40" fmla="*/ 1025700 h 1207696"/>
              <a:gd name="connsiteX41" fmla="*/ 41214 w 1117443"/>
              <a:gd name="connsiteY41" fmla="*/ 722789 h 1207696"/>
              <a:gd name="connsiteX42" fmla="*/ 26283 w 1117443"/>
              <a:gd name="connsiteY42" fmla="*/ 615586 h 1207696"/>
              <a:gd name="connsiteX43" fmla="*/ 39970 w 1117443"/>
              <a:gd name="connsiteY43" fmla="*/ 569464 h 1207696"/>
              <a:gd name="connsiteX44" fmla="*/ 83516 w 1117443"/>
              <a:gd name="connsiteY44" fmla="*/ 549519 h 1207696"/>
              <a:gd name="connsiteX45" fmla="*/ 588192 w 1117443"/>
              <a:gd name="connsiteY45" fmla="*/ 56202 h 1207696"/>
              <a:gd name="connsiteX46" fmla="*/ 609750 w 1117443"/>
              <a:gd name="connsiteY46" fmla="*/ 69932 h 1207696"/>
              <a:gd name="connsiteX47" fmla="*/ 626236 w 1117443"/>
              <a:gd name="connsiteY47" fmla="*/ 122355 h 1207696"/>
              <a:gd name="connsiteX48" fmla="*/ 650331 w 1117443"/>
              <a:gd name="connsiteY48" fmla="*/ 238434 h 1207696"/>
              <a:gd name="connsiteX49" fmla="*/ 626236 w 1117443"/>
              <a:gd name="connsiteY49" fmla="*/ 357009 h 1207696"/>
              <a:gd name="connsiteX50" fmla="*/ 604678 w 1117443"/>
              <a:gd name="connsiteY50" fmla="*/ 460607 h 1207696"/>
              <a:gd name="connsiteX51" fmla="*/ 586924 w 1117443"/>
              <a:gd name="connsiteY51" fmla="*/ 476833 h 1207696"/>
              <a:gd name="connsiteX52" fmla="*/ 569170 w 1117443"/>
              <a:gd name="connsiteY52" fmla="*/ 460607 h 1207696"/>
              <a:gd name="connsiteX53" fmla="*/ 594533 w 1117443"/>
              <a:gd name="connsiteY53" fmla="*/ 343280 h 1207696"/>
              <a:gd name="connsiteX54" fmla="*/ 616091 w 1117443"/>
              <a:gd name="connsiteY54" fmla="*/ 238434 h 1207696"/>
              <a:gd name="connsiteX55" fmla="*/ 594533 w 1117443"/>
              <a:gd name="connsiteY55" fmla="*/ 134837 h 1207696"/>
              <a:gd name="connsiteX56" fmla="*/ 575511 w 1117443"/>
              <a:gd name="connsiteY56" fmla="*/ 77421 h 1207696"/>
              <a:gd name="connsiteX57" fmla="*/ 588192 w 1117443"/>
              <a:gd name="connsiteY57" fmla="*/ 56202 h 1207696"/>
              <a:gd name="connsiteX58" fmla="*/ 361620 w 1117443"/>
              <a:gd name="connsiteY58" fmla="*/ 56202 h 1207696"/>
              <a:gd name="connsiteX59" fmla="*/ 383177 w 1117443"/>
              <a:gd name="connsiteY59" fmla="*/ 69932 h 1207696"/>
              <a:gd name="connsiteX60" fmla="*/ 400931 w 1117443"/>
              <a:gd name="connsiteY60" fmla="*/ 122355 h 1207696"/>
              <a:gd name="connsiteX61" fmla="*/ 425025 w 1117443"/>
              <a:gd name="connsiteY61" fmla="*/ 238434 h 1207696"/>
              <a:gd name="connsiteX62" fmla="*/ 400931 w 1117443"/>
              <a:gd name="connsiteY62" fmla="*/ 357009 h 1207696"/>
              <a:gd name="connsiteX63" fmla="*/ 378105 w 1117443"/>
              <a:gd name="connsiteY63" fmla="*/ 460607 h 1207696"/>
              <a:gd name="connsiteX64" fmla="*/ 360351 w 1117443"/>
              <a:gd name="connsiteY64" fmla="*/ 476833 h 1207696"/>
              <a:gd name="connsiteX65" fmla="*/ 343866 w 1117443"/>
              <a:gd name="connsiteY65" fmla="*/ 460607 h 1207696"/>
              <a:gd name="connsiteX66" fmla="*/ 367960 w 1117443"/>
              <a:gd name="connsiteY66" fmla="*/ 343280 h 1207696"/>
              <a:gd name="connsiteX67" fmla="*/ 389518 w 1117443"/>
              <a:gd name="connsiteY67" fmla="*/ 238434 h 1207696"/>
              <a:gd name="connsiteX68" fmla="*/ 367960 w 1117443"/>
              <a:gd name="connsiteY68" fmla="*/ 134837 h 1207696"/>
              <a:gd name="connsiteX69" fmla="*/ 348938 w 1117443"/>
              <a:gd name="connsiteY69" fmla="*/ 77421 h 1207696"/>
              <a:gd name="connsiteX70" fmla="*/ 361620 w 1117443"/>
              <a:gd name="connsiteY70" fmla="*/ 56202 h 1207696"/>
              <a:gd name="connsiteX71" fmla="*/ 471254 w 1117443"/>
              <a:gd name="connsiteY71" fmla="*/ 0 h 1207696"/>
              <a:gd name="connsiteX72" fmla="*/ 488738 w 1117443"/>
              <a:gd name="connsiteY72" fmla="*/ 17521 h 1207696"/>
              <a:gd name="connsiteX73" fmla="*/ 509969 w 1117443"/>
              <a:gd name="connsiteY73" fmla="*/ 121397 h 1207696"/>
              <a:gd name="connsiteX74" fmla="*/ 534947 w 1117443"/>
              <a:gd name="connsiteY74" fmla="*/ 237788 h 1207696"/>
              <a:gd name="connsiteX75" fmla="*/ 509969 w 1117443"/>
              <a:gd name="connsiteY75" fmla="*/ 356682 h 1207696"/>
              <a:gd name="connsiteX76" fmla="*/ 488738 w 1117443"/>
              <a:gd name="connsiteY76" fmla="*/ 460558 h 1207696"/>
              <a:gd name="connsiteX77" fmla="*/ 471254 w 1117443"/>
              <a:gd name="connsiteY77" fmla="*/ 476828 h 1207696"/>
              <a:gd name="connsiteX78" fmla="*/ 453769 w 1117443"/>
              <a:gd name="connsiteY78" fmla="*/ 460558 h 1207696"/>
              <a:gd name="connsiteX79" fmla="*/ 478747 w 1117443"/>
              <a:gd name="connsiteY79" fmla="*/ 342916 h 1207696"/>
              <a:gd name="connsiteX80" fmla="*/ 499978 w 1117443"/>
              <a:gd name="connsiteY80" fmla="*/ 237788 h 1207696"/>
              <a:gd name="connsiteX81" fmla="*/ 478747 w 1117443"/>
              <a:gd name="connsiteY81" fmla="*/ 133912 h 1207696"/>
              <a:gd name="connsiteX82" fmla="*/ 453769 w 1117443"/>
              <a:gd name="connsiteY82" fmla="*/ 17521 h 1207696"/>
              <a:gd name="connsiteX83" fmla="*/ 471254 w 1117443"/>
              <a:gd name="connsiteY83" fmla="*/ 0 h 120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117443" h="1207696">
                <a:moveTo>
                  <a:pt x="34993" y="1060603"/>
                </a:moveTo>
                <a:cubicBezTo>
                  <a:pt x="34993" y="1061850"/>
                  <a:pt x="34993" y="1063096"/>
                  <a:pt x="34993" y="1063096"/>
                </a:cubicBezTo>
                <a:cubicBezTo>
                  <a:pt x="88493" y="1134149"/>
                  <a:pt x="159412" y="1172792"/>
                  <a:pt x="232820" y="1172792"/>
                </a:cubicBezTo>
                <a:lnTo>
                  <a:pt x="755382" y="1172792"/>
                </a:lnTo>
                <a:cubicBezTo>
                  <a:pt x="830034" y="1172792"/>
                  <a:pt x="900953" y="1134149"/>
                  <a:pt x="954453" y="1063096"/>
                </a:cubicBezTo>
                <a:cubicBezTo>
                  <a:pt x="954453" y="1063096"/>
                  <a:pt x="954453" y="1061850"/>
                  <a:pt x="954453" y="1060603"/>
                </a:cubicBezTo>
                <a:lnTo>
                  <a:pt x="691928" y="1060603"/>
                </a:lnTo>
                <a:lnTo>
                  <a:pt x="296274" y="1060603"/>
                </a:lnTo>
                <a:close/>
                <a:moveTo>
                  <a:pt x="956942" y="656722"/>
                </a:moveTo>
                <a:lnTo>
                  <a:pt x="948232" y="722789"/>
                </a:lnTo>
                <a:cubicBezTo>
                  <a:pt x="938279" y="791349"/>
                  <a:pt x="913395" y="854923"/>
                  <a:pt x="876069" y="909771"/>
                </a:cubicBezTo>
                <a:cubicBezTo>
                  <a:pt x="946988" y="893566"/>
                  <a:pt x="1082605" y="851183"/>
                  <a:pt x="1082605" y="735255"/>
                </a:cubicBezTo>
                <a:cubicBezTo>
                  <a:pt x="1082605" y="691626"/>
                  <a:pt x="1047768" y="656722"/>
                  <a:pt x="1002977" y="656722"/>
                </a:cubicBezTo>
                <a:close/>
                <a:moveTo>
                  <a:pt x="83516" y="583176"/>
                </a:moveTo>
                <a:cubicBezTo>
                  <a:pt x="77296" y="583176"/>
                  <a:pt x="69830" y="585669"/>
                  <a:pt x="66098" y="591902"/>
                </a:cubicBezTo>
                <a:cubicBezTo>
                  <a:pt x="61121" y="596888"/>
                  <a:pt x="58633" y="604367"/>
                  <a:pt x="59877" y="610600"/>
                </a:cubicBezTo>
                <a:lnTo>
                  <a:pt x="74807" y="719050"/>
                </a:lnTo>
                <a:cubicBezTo>
                  <a:pt x="94714" y="854923"/>
                  <a:pt x="179320" y="969605"/>
                  <a:pt x="303739" y="1025700"/>
                </a:cubicBezTo>
                <a:lnTo>
                  <a:pt x="684463" y="1025700"/>
                </a:lnTo>
                <a:cubicBezTo>
                  <a:pt x="808882" y="969605"/>
                  <a:pt x="894732" y="854923"/>
                  <a:pt x="913395" y="719050"/>
                </a:cubicBezTo>
                <a:lnTo>
                  <a:pt x="929569" y="610600"/>
                </a:lnTo>
                <a:cubicBezTo>
                  <a:pt x="930814" y="604367"/>
                  <a:pt x="928325" y="596888"/>
                  <a:pt x="923348" y="591902"/>
                </a:cubicBezTo>
                <a:cubicBezTo>
                  <a:pt x="919616" y="585669"/>
                  <a:pt x="912151" y="583176"/>
                  <a:pt x="905930" y="583176"/>
                </a:cubicBezTo>
                <a:close/>
                <a:moveTo>
                  <a:pt x="83516" y="549519"/>
                </a:moveTo>
                <a:lnTo>
                  <a:pt x="905930" y="549519"/>
                </a:lnTo>
                <a:cubicBezTo>
                  <a:pt x="922104" y="549519"/>
                  <a:pt x="938279" y="555752"/>
                  <a:pt x="949476" y="569464"/>
                </a:cubicBezTo>
                <a:cubicBezTo>
                  <a:pt x="960674" y="581929"/>
                  <a:pt x="965651" y="599381"/>
                  <a:pt x="963163" y="615586"/>
                </a:cubicBezTo>
                <a:lnTo>
                  <a:pt x="961918" y="621819"/>
                </a:lnTo>
                <a:lnTo>
                  <a:pt x="1002977" y="621819"/>
                </a:lnTo>
                <a:cubicBezTo>
                  <a:pt x="1066431" y="621819"/>
                  <a:pt x="1117443" y="672927"/>
                  <a:pt x="1117443" y="735255"/>
                </a:cubicBezTo>
                <a:cubicBezTo>
                  <a:pt x="1117443" y="907278"/>
                  <a:pt x="888511" y="944674"/>
                  <a:pt x="843720" y="949661"/>
                </a:cubicBezTo>
                <a:cubicBezTo>
                  <a:pt x="818836" y="978331"/>
                  <a:pt x="788975" y="1004509"/>
                  <a:pt x="755382" y="1025700"/>
                </a:cubicBezTo>
                <a:lnTo>
                  <a:pt x="959430" y="1025700"/>
                </a:lnTo>
                <a:cubicBezTo>
                  <a:pt x="969384" y="1025700"/>
                  <a:pt x="979337" y="1033179"/>
                  <a:pt x="984314" y="1043152"/>
                </a:cubicBezTo>
                <a:cubicBezTo>
                  <a:pt x="990535" y="1056864"/>
                  <a:pt x="989291" y="1073069"/>
                  <a:pt x="981826" y="1083041"/>
                </a:cubicBezTo>
                <a:cubicBezTo>
                  <a:pt x="922104" y="1162820"/>
                  <a:pt x="839987" y="1207696"/>
                  <a:pt x="755382" y="1207696"/>
                </a:cubicBezTo>
                <a:lnTo>
                  <a:pt x="232820" y="1207696"/>
                </a:lnTo>
                <a:cubicBezTo>
                  <a:pt x="149459" y="1207696"/>
                  <a:pt x="67342" y="1162820"/>
                  <a:pt x="7621" y="1083041"/>
                </a:cubicBezTo>
                <a:cubicBezTo>
                  <a:pt x="-1089" y="1073069"/>
                  <a:pt x="-2333" y="1056864"/>
                  <a:pt x="3888" y="1043152"/>
                </a:cubicBezTo>
                <a:cubicBezTo>
                  <a:pt x="10109" y="1033179"/>
                  <a:pt x="20063" y="1025700"/>
                  <a:pt x="30016" y="1025700"/>
                </a:cubicBezTo>
                <a:lnTo>
                  <a:pt x="232820" y="1025700"/>
                </a:lnTo>
                <a:cubicBezTo>
                  <a:pt x="129552" y="958386"/>
                  <a:pt x="59877" y="848690"/>
                  <a:pt x="41214" y="722789"/>
                </a:cubicBezTo>
                <a:lnTo>
                  <a:pt x="26283" y="615586"/>
                </a:lnTo>
                <a:cubicBezTo>
                  <a:pt x="23795" y="599381"/>
                  <a:pt x="27528" y="581929"/>
                  <a:pt x="39970" y="569464"/>
                </a:cubicBezTo>
                <a:cubicBezTo>
                  <a:pt x="51167" y="555752"/>
                  <a:pt x="67342" y="549519"/>
                  <a:pt x="83516" y="549519"/>
                </a:cubicBezTo>
                <a:close/>
                <a:moveTo>
                  <a:pt x="588192" y="56202"/>
                </a:moveTo>
                <a:cubicBezTo>
                  <a:pt x="598337" y="54954"/>
                  <a:pt x="607214" y="61195"/>
                  <a:pt x="609750" y="69932"/>
                </a:cubicBezTo>
                <a:cubicBezTo>
                  <a:pt x="612287" y="91151"/>
                  <a:pt x="619896" y="106129"/>
                  <a:pt x="626236" y="122355"/>
                </a:cubicBezTo>
                <a:cubicBezTo>
                  <a:pt x="638918" y="151063"/>
                  <a:pt x="650331" y="179770"/>
                  <a:pt x="650331" y="238434"/>
                </a:cubicBezTo>
                <a:cubicBezTo>
                  <a:pt x="650331" y="297098"/>
                  <a:pt x="638918" y="327054"/>
                  <a:pt x="626236" y="357009"/>
                </a:cubicBezTo>
                <a:cubicBezTo>
                  <a:pt x="614823" y="383221"/>
                  <a:pt x="604678" y="408184"/>
                  <a:pt x="604678" y="460607"/>
                </a:cubicBezTo>
                <a:cubicBezTo>
                  <a:pt x="604678" y="469344"/>
                  <a:pt x="597069" y="476833"/>
                  <a:pt x="586924" y="476833"/>
                </a:cubicBezTo>
                <a:cubicBezTo>
                  <a:pt x="576779" y="476833"/>
                  <a:pt x="569170" y="469344"/>
                  <a:pt x="569170" y="460607"/>
                </a:cubicBezTo>
                <a:cubicBezTo>
                  <a:pt x="569170" y="401943"/>
                  <a:pt x="581851" y="371987"/>
                  <a:pt x="594533" y="343280"/>
                </a:cubicBezTo>
                <a:cubicBezTo>
                  <a:pt x="604678" y="315820"/>
                  <a:pt x="616091" y="290857"/>
                  <a:pt x="616091" y="238434"/>
                </a:cubicBezTo>
                <a:cubicBezTo>
                  <a:pt x="616091" y="187259"/>
                  <a:pt x="604678" y="162296"/>
                  <a:pt x="594533" y="134837"/>
                </a:cubicBezTo>
                <a:cubicBezTo>
                  <a:pt x="586924" y="118611"/>
                  <a:pt x="579315" y="101136"/>
                  <a:pt x="575511" y="77421"/>
                </a:cubicBezTo>
                <a:cubicBezTo>
                  <a:pt x="572974" y="67436"/>
                  <a:pt x="579315" y="58699"/>
                  <a:pt x="588192" y="56202"/>
                </a:cubicBezTo>
                <a:close/>
                <a:moveTo>
                  <a:pt x="361620" y="56202"/>
                </a:moveTo>
                <a:cubicBezTo>
                  <a:pt x="371764" y="54954"/>
                  <a:pt x="380641" y="61195"/>
                  <a:pt x="383177" y="69932"/>
                </a:cubicBezTo>
                <a:cubicBezTo>
                  <a:pt x="386982" y="91151"/>
                  <a:pt x="393322" y="106129"/>
                  <a:pt x="400931" y="122355"/>
                </a:cubicBezTo>
                <a:cubicBezTo>
                  <a:pt x="412344" y="151063"/>
                  <a:pt x="425025" y="179770"/>
                  <a:pt x="425025" y="238434"/>
                </a:cubicBezTo>
                <a:cubicBezTo>
                  <a:pt x="425025" y="297098"/>
                  <a:pt x="412344" y="327054"/>
                  <a:pt x="400931" y="357009"/>
                </a:cubicBezTo>
                <a:cubicBezTo>
                  <a:pt x="389518" y="383221"/>
                  <a:pt x="378105" y="408184"/>
                  <a:pt x="378105" y="460607"/>
                </a:cubicBezTo>
                <a:cubicBezTo>
                  <a:pt x="378105" y="469344"/>
                  <a:pt x="370496" y="476833"/>
                  <a:pt x="360351" y="476833"/>
                </a:cubicBezTo>
                <a:cubicBezTo>
                  <a:pt x="351475" y="476833"/>
                  <a:pt x="343866" y="469344"/>
                  <a:pt x="343866" y="460607"/>
                </a:cubicBezTo>
                <a:cubicBezTo>
                  <a:pt x="343866" y="401943"/>
                  <a:pt x="356547" y="371987"/>
                  <a:pt x="367960" y="343280"/>
                </a:cubicBezTo>
                <a:cubicBezTo>
                  <a:pt x="379373" y="315820"/>
                  <a:pt x="389518" y="290857"/>
                  <a:pt x="389518" y="238434"/>
                </a:cubicBezTo>
                <a:cubicBezTo>
                  <a:pt x="389518" y="187259"/>
                  <a:pt x="379373" y="162296"/>
                  <a:pt x="367960" y="134837"/>
                </a:cubicBezTo>
                <a:cubicBezTo>
                  <a:pt x="360351" y="118611"/>
                  <a:pt x="354011" y="101136"/>
                  <a:pt x="348938" y="77421"/>
                </a:cubicBezTo>
                <a:cubicBezTo>
                  <a:pt x="346402" y="67436"/>
                  <a:pt x="352743" y="58699"/>
                  <a:pt x="361620" y="56202"/>
                </a:cubicBezTo>
                <a:close/>
                <a:moveTo>
                  <a:pt x="471254" y="0"/>
                </a:moveTo>
                <a:cubicBezTo>
                  <a:pt x="479996" y="0"/>
                  <a:pt x="488738" y="7509"/>
                  <a:pt x="488738" y="17521"/>
                </a:cubicBezTo>
                <a:cubicBezTo>
                  <a:pt x="488738" y="68834"/>
                  <a:pt x="498729" y="95115"/>
                  <a:pt x="509969" y="121397"/>
                </a:cubicBezTo>
                <a:cubicBezTo>
                  <a:pt x="521209" y="150182"/>
                  <a:pt x="534947" y="178967"/>
                  <a:pt x="534947" y="237788"/>
                </a:cubicBezTo>
                <a:cubicBezTo>
                  <a:pt x="534947" y="296609"/>
                  <a:pt x="521209" y="326646"/>
                  <a:pt x="509969" y="356682"/>
                </a:cubicBezTo>
                <a:cubicBezTo>
                  <a:pt x="498729" y="382964"/>
                  <a:pt x="488738" y="407994"/>
                  <a:pt x="488738" y="460558"/>
                </a:cubicBezTo>
                <a:cubicBezTo>
                  <a:pt x="488738" y="469319"/>
                  <a:pt x="479996" y="476828"/>
                  <a:pt x="471254" y="476828"/>
                </a:cubicBezTo>
                <a:cubicBezTo>
                  <a:pt x="461262" y="476828"/>
                  <a:pt x="453769" y="469319"/>
                  <a:pt x="453769" y="460558"/>
                </a:cubicBezTo>
                <a:cubicBezTo>
                  <a:pt x="453769" y="401737"/>
                  <a:pt x="466258" y="371700"/>
                  <a:pt x="478747" y="342916"/>
                </a:cubicBezTo>
                <a:cubicBezTo>
                  <a:pt x="489987" y="315382"/>
                  <a:pt x="499978" y="290352"/>
                  <a:pt x="499978" y="237788"/>
                </a:cubicBezTo>
                <a:cubicBezTo>
                  <a:pt x="499978" y="186476"/>
                  <a:pt x="489987" y="161446"/>
                  <a:pt x="478747" y="133912"/>
                </a:cubicBezTo>
                <a:cubicBezTo>
                  <a:pt x="466258" y="106379"/>
                  <a:pt x="453769" y="76343"/>
                  <a:pt x="453769" y="17521"/>
                </a:cubicBezTo>
                <a:cubicBezTo>
                  <a:pt x="453769" y="7509"/>
                  <a:pt x="461262" y="0"/>
                  <a:pt x="471254" y="0"/>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pPr defTabSz="685663"/>
            <a:endParaRPr lang="en-US" sz="1350" dirty="0">
              <a:solidFill>
                <a:srgbClr val="747993"/>
              </a:solidFill>
            </a:endParaRPr>
          </a:p>
        </p:txBody>
      </p:sp>
      <p:pic>
        <p:nvPicPr>
          <p:cNvPr id="1026" name="Picture 2" descr="Gear - Free construction and tools icons">
            <a:extLst>
              <a:ext uri="{FF2B5EF4-FFF2-40B4-BE49-F238E27FC236}">
                <a16:creationId xmlns:a16="http://schemas.microsoft.com/office/drawing/2014/main" id="{E9BC88B3-224C-4F00-B0C6-688005114F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271" y="305404"/>
            <a:ext cx="650234" cy="6249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111B22-D934-462B-B344-28CDC5CDAE60}"/>
              </a:ext>
            </a:extLst>
          </p:cNvPr>
          <p:cNvSpPr txBox="1"/>
          <p:nvPr/>
        </p:nvSpPr>
        <p:spPr>
          <a:xfrm>
            <a:off x="272845" y="1094630"/>
            <a:ext cx="4070556" cy="276999"/>
          </a:xfrm>
          <a:prstGeom prst="rect">
            <a:avLst/>
          </a:prstGeom>
          <a:noFill/>
        </p:spPr>
        <p:txBody>
          <a:bodyPr wrap="square" rtlCol="0">
            <a:spAutoFit/>
          </a:bodyPr>
          <a:lstStyle/>
          <a:p>
            <a:r>
              <a:rPr lang="en-US" sz="1200" dirty="0">
                <a:cs typeface="Arial" panose="020B0604020202020204" pitchFamily="34" charset="0"/>
              </a:rPr>
              <a:t>1. Go to https://eitrequest.wns.com/HomePage</a:t>
            </a:r>
          </a:p>
        </p:txBody>
      </p:sp>
      <p:pic>
        <p:nvPicPr>
          <p:cNvPr id="3" name="Picture 2">
            <a:extLst>
              <a:ext uri="{FF2B5EF4-FFF2-40B4-BE49-F238E27FC236}">
                <a16:creationId xmlns:a16="http://schemas.microsoft.com/office/drawing/2014/main" id="{B40C8564-4F1B-42BC-B9CD-40103DB1781B}"/>
              </a:ext>
            </a:extLst>
          </p:cNvPr>
          <p:cNvPicPr>
            <a:picLocks noChangeAspect="1"/>
          </p:cNvPicPr>
          <p:nvPr/>
        </p:nvPicPr>
        <p:blipFill>
          <a:blip r:embed="rId4"/>
          <a:stretch>
            <a:fillRect/>
          </a:stretch>
        </p:blipFill>
        <p:spPr>
          <a:xfrm>
            <a:off x="365760" y="1890497"/>
            <a:ext cx="4974948" cy="2419634"/>
          </a:xfrm>
          <a:prstGeom prst="rect">
            <a:avLst/>
          </a:prstGeom>
        </p:spPr>
      </p:pic>
      <p:sp>
        <p:nvSpPr>
          <p:cNvPr id="19" name="TextBox 18">
            <a:extLst>
              <a:ext uri="{FF2B5EF4-FFF2-40B4-BE49-F238E27FC236}">
                <a16:creationId xmlns:a16="http://schemas.microsoft.com/office/drawing/2014/main" id="{EE98000D-D71A-4919-AB98-2515598FF785}"/>
              </a:ext>
            </a:extLst>
          </p:cNvPr>
          <p:cNvSpPr txBox="1"/>
          <p:nvPr/>
        </p:nvSpPr>
        <p:spPr>
          <a:xfrm>
            <a:off x="272845" y="1511610"/>
            <a:ext cx="4070556" cy="276999"/>
          </a:xfrm>
          <a:prstGeom prst="rect">
            <a:avLst/>
          </a:prstGeom>
          <a:noFill/>
        </p:spPr>
        <p:txBody>
          <a:bodyPr wrap="square" rtlCol="0">
            <a:spAutoFit/>
          </a:bodyPr>
          <a:lstStyle/>
          <a:p>
            <a:r>
              <a:rPr lang="en-US" sz="1200" dirty="0">
                <a:cs typeface="Arial" panose="020B0604020202020204" pitchFamily="34" charset="0"/>
              </a:rPr>
              <a:t>2. Select </a:t>
            </a:r>
            <a:r>
              <a:rPr lang="en-US" sz="1200" i="1" dirty="0">
                <a:cs typeface="Arial" panose="020B0604020202020204" pitchFamily="34" charset="0"/>
              </a:rPr>
              <a:t>My Requests (Red arrow)</a:t>
            </a:r>
          </a:p>
        </p:txBody>
      </p:sp>
      <p:cxnSp>
        <p:nvCxnSpPr>
          <p:cNvPr id="6" name="Straight Arrow Connector 5">
            <a:extLst>
              <a:ext uri="{FF2B5EF4-FFF2-40B4-BE49-F238E27FC236}">
                <a16:creationId xmlns:a16="http://schemas.microsoft.com/office/drawing/2014/main" id="{AEEF9417-515F-4AE5-9579-EB1B850B4759}"/>
              </a:ext>
            </a:extLst>
          </p:cNvPr>
          <p:cNvCxnSpPr>
            <a:cxnSpLocks/>
          </p:cNvCxnSpPr>
          <p:nvPr/>
        </p:nvCxnSpPr>
        <p:spPr>
          <a:xfrm flipH="1">
            <a:off x="1066800" y="1788609"/>
            <a:ext cx="533400" cy="10879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84087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AED86C-82F4-4881-A374-3B808985850C}"/>
              </a:ext>
            </a:extLst>
          </p:cNvPr>
          <p:cNvSpPr>
            <a:spLocks noGrp="1"/>
          </p:cNvSpPr>
          <p:nvPr>
            <p:ph type="title"/>
          </p:nvPr>
        </p:nvSpPr>
        <p:spPr>
          <a:xfrm>
            <a:off x="762000" y="1941249"/>
            <a:ext cx="2476214" cy="371897"/>
          </a:xfrm>
        </p:spPr>
        <p:txBody>
          <a:bodyPr/>
          <a:lstStyle/>
          <a:p>
            <a:endParaRPr lang="en-US">
              <a:latin typeface="+mn-lt"/>
            </a:endParaRPr>
          </a:p>
        </p:txBody>
      </p:sp>
      <p:sp>
        <p:nvSpPr>
          <p:cNvPr id="10" name="Text Placeholder 9">
            <a:extLst>
              <a:ext uri="{FF2B5EF4-FFF2-40B4-BE49-F238E27FC236}">
                <a16:creationId xmlns:a16="http://schemas.microsoft.com/office/drawing/2014/main" id="{F08C6AFB-C28A-4948-B4B3-80CDC7183B1F}"/>
              </a:ext>
            </a:extLst>
          </p:cNvPr>
          <p:cNvSpPr>
            <a:spLocks noGrp="1"/>
          </p:cNvSpPr>
          <p:nvPr>
            <p:ph type="body" sz="quarter" idx="10"/>
          </p:nvPr>
        </p:nvSpPr>
        <p:spPr/>
        <p:txBody>
          <a:bodyPr/>
          <a:lstStyle/>
          <a:p>
            <a:endParaRPr lang="en-US"/>
          </a:p>
        </p:txBody>
      </p:sp>
      <p:sp>
        <p:nvSpPr>
          <p:cNvPr id="14" name="Round Same Side Corner Rectangle 87">
            <a:extLst>
              <a:ext uri="{FF2B5EF4-FFF2-40B4-BE49-F238E27FC236}">
                <a16:creationId xmlns:a16="http://schemas.microsoft.com/office/drawing/2014/main" id="{480BB7EE-A5FF-4327-9C9B-E6F8B71C6534}"/>
              </a:ext>
            </a:extLst>
          </p:cNvPr>
          <p:cNvSpPr/>
          <p:nvPr/>
        </p:nvSpPr>
        <p:spPr>
          <a:xfrm rot="5400000">
            <a:off x="1562299" y="-1569497"/>
            <a:ext cx="5150697" cy="8275297"/>
          </a:xfrm>
          <a:prstGeom prst="round2SameRect">
            <a:avLst>
              <a:gd name="adj1" fmla="val 10238"/>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6">
            <a:extLst>
              <a:ext uri="{FF2B5EF4-FFF2-40B4-BE49-F238E27FC236}">
                <a16:creationId xmlns:a16="http://schemas.microsoft.com/office/drawing/2014/main" id="{43C6B25D-96F8-41DB-BB65-925FB90B4A86}"/>
              </a:ext>
            </a:extLst>
          </p:cNvPr>
          <p:cNvSpPr txBox="1">
            <a:spLocks/>
          </p:cNvSpPr>
          <p:nvPr/>
        </p:nvSpPr>
        <p:spPr>
          <a:xfrm>
            <a:off x="1005840" y="447038"/>
            <a:ext cx="7862889" cy="341632"/>
          </a:xfrm>
          <a:prstGeom prst="rect">
            <a:avLst/>
          </a:prstGeom>
          <a:noFill/>
          <a:ln w="9525" algn="ctr">
            <a:noFill/>
            <a:miter lim="800000"/>
            <a:headEnd/>
            <a:tailEnd/>
          </a:ln>
        </p:spPr>
        <p:txBody>
          <a:bodyPr vert="horz" wrap="square" lIns="45720" tIns="45720" rIns="45720" bIns="45720" numCol="1" rtlCol="0" anchor="b" anchorCtr="0" compatLnSpc="1">
            <a:prstTxWarp prst="textNoShape">
              <a:avLst/>
            </a:prstTxWarp>
            <a:spAutoFit/>
          </a:bodyPr>
          <a:lstStyle>
            <a:lvl1pPr algn="l" defTabSz="685800" rtl="0" eaLnBrk="1" latinLnBrk="0" hangingPunct="1">
              <a:lnSpc>
                <a:spcPct val="90000"/>
              </a:lnSpc>
              <a:spcBef>
                <a:spcPct val="0"/>
              </a:spcBef>
              <a:buNone/>
              <a:defRPr lang="en-US" sz="2000" b="1" kern="1200" spc="-80" baseline="0" dirty="0">
                <a:solidFill>
                  <a:schemeClr val="bg1"/>
                </a:solidFill>
                <a:latin typeface="+mj-lt"/>
                <a:ea typeface="+mn-ea"/>
                <a:cs typeface="Poppins" panose="00000500000000000000" pitchFamily="2" charset="0"/>
              </a:defRPr>
            </a:lvl1pPr>
          </a:lstStyle>
          <a:p>
            <a:r>
              <a:rPr lang="en-US" sz="1800" dirty="0">
                <a:solidFill>
                  <a:schemeClr val="tx1"/>
                </a:solidFill>
                <a:latin typeface="+mn-lt"/>
                <a:cs typeface="Arial" panose="020B0604020202020204" pitchFamily="34" charset="0"/>
              </a:rPr>
              <a:t>How to get the correct IBOT ticket number?</a:t>
            </a:r>
          </a:p>
        </p:txBody>
      </p:sp>
      <p:sp>
        <p:nvSpPr>
          <p:cNvPr id="17" name="Freeform 73">
            <a:extLst>
              <a:ext uri="{FF2B5EF4-FFF2-40B4-BE49-F238E27FC236}">
                <a16:creationId xmlns:a16="http://schemas.microsoft.com/office/drawing/2014/main" id="{63BA36DB-41FC-4B36-94DB-079E2721BE8B}"/>
              </a:ext>
            </a:extLst>
          </p:cNvPr>
          <p:cNvSpPr>
            <a:spLocks noChangeArrowheads="1"/>
          </p:cNvSpPr>
          <p:nvPr/>
        </p:nvSpPr>
        <p:spPr bwMode="auto">
          <a:xfrm>
            <a:off x="365760" y="352357"/>
            <a:ext cx="365760" cy="357573"/>
          </a:xfrm>
          <a:custGeom>
            <a:avLst/>
            <a:gdLst>
              <a:gd name="connsiteX0" fmla="*/ 34993 w 1117443"/>
              <a:gd name="connsiteY0" fmla="*/ 1060603 h 1207696"/>
              <a:gd name="connsiteX1" fmla="*/ 34993 w 1117443"/>
              <a:gd name="connsiteY1" fmla="*/ 1063096 h 1207696"/>
              <a:gd name="connsiteX2" fmla="*/ 232820 w 1117443"/>
              <a:gd name="connsiteY2" fmla="*/ 1172792 h 1207696"/>
              <a:gd name="connsiteX3" fmla="*/ 755382 w 1117443"/>
              <a:gd name="connsiteY3" fmla="*/ 1172792 h 1207696"/>
              <a:gd name="connsiteX4" fmla="*/ 954453 w 1117443"/>
              <a:gd name="connsiteY4" fmla="*/ 1063096 h 1207696"/>
              <a:gd name="connsiteX5" fmla="*/ 954453 w 1117443"/>
              <a:gd name="connsiteY5" fmla="*/ 1060603 h 1207696"/>
              <a:gd name="connsiteX6" fmla="*/ 691928 w 1117443"/>
              <a:gd name="connsiteY6" fmla="*/ 1060603 h 1207696"/>
              <a:gd name="connsiteX7" fmla="*/ 296274 w 1117443"/>
              <a:gd name="connsiteY7" fmla="*/ 1060603 h 1207696"/>
              <a:gd name="connsiteX8" fmla="*/ 956942 w 1117443"/>
              <a:gd name="connsiteY8" fmla="*/ 656722 h 1207696"/>
              <a:gd name="connsiteX9" fmla="*/ 948232 w 1117443"/>
              <a:gd name="connsiteY9" fmla="*/ 722789 h 1207696"/>
              <a:gd name="connsiteX10" fmla="*/ 876069 w 1117443"/>
              <a:gd name="connsiteY10" fmla="*/ 909771 h 1207696"/>
              <a:gd name="connsiteX11" fmla="*/ 1082605 w 1117443"/>
              <a:gd name="connsiteY11" fmla="*/ 735255 h 1207696"/>
              <a:gd name="connsiteX12" fmla="*/ 1002977 w 1117443"/>
              <a:gd name="connsiteY12" fmla="*/ 656722 h 1207696"/>
              <a:gd name="connsiteX13" fmla="*/ 83516 w 1117443"/>
              <a:gd name="connsiteY13" fmla="*/ 583176 h 1207696"/>
              <a:gd name="connsiteX14" fmla="*/ 66098 w 1117443"/>
              <a:gd name="connsiteY14" fmla="*/ 591902 h 1207696"/>
              <a:gd name="connsiteX15" fmla="*/ 59877 w 1117443"/>
              <a:gd name="connsiteY15" fmla="*/ 610600 h 1207696"/>
              <a:gd name="connsiteX16" fmla="*/ 74807 w 1117443"/>
              <a:gd name="connsiteY16" fmla="*/ 719050 h 1207696"/>
              <a:gd name="connsiteX17" fmla="*/ 303739 w 1117443"/>
              <a:gd name="connsiteY17" fmla="*/ 1025700 h 1207696"/>
              <a:gd name="connsiteX18" fmla="*/ 684463 w 1117443"/>
              <a:gd name="connsiteY18" fmla="*/ 1025700 h 1207696"/>
              <a:gd name="connsiteX19" fmla="*/ 913395 w 1117443"/>
              <a:gd name="connsiteY19" fmla="*/ 719050 h 1207696"/>
              <a:gd name="connsiteX20" fmla="*/ 929569 w 1117443"/>
              <a:gd name="connsiteY20" fmla="*/ 610600 h 1207696"/>
              <a:gd name="connsiteX21" fmla="*/ 923348 w 1117443"/>
              <a:gd name="connsiteY21" fmla="*/ 591902 h 1207696"/>
              <a:gd name="connsiteX22" fmla="*/ 905930 w 1117443"/>
              <a:gd name="connsiteY22" fmla="*/ 583176 h 1207696"/>
              <a:gd name="connsiteX23" fmla="*/ 83516 w 1117443"/>
              <a:gd name="connsiteY23" fmla="*/ 549519 h 1207696"/>
              <a:gd name="connsiteX24" fmla="*/ 905930 w 1117443"/>
              <a:gd name="connsiteY24" fmla="*/ 549519 h 1207696"/>
              <a:gd name="connsiteX25" fmla="*/ 949476 w 1117443"/>
              <a:gd name="connsiteY25" fmla="*/ 569464 h 1207696"/>
              <a:gd name="connsiteX26" fmla="*/ 963163 w 1117443"/>
              <a:gd name="connsiteY26" fmla="*/ 615586 h 1207696"/>
              <a:gd name="connsiteX27" fmla="*/ 961918 w 1117443"/>
              <a:gd name="connsiteY27" fmla="*/ 621819 h 1207696"/>
              <a:gd name="connsiteX28" fmla="*/ 1002977 w 1117443"/>
              <a:gd name="connsiteY28" fmla="*/ 621819 h 1207696"/>
              <a:gd name="connsiteX29" fmla="*/ 1117443 w 1117443"/>
              <a:gd name="connsiteY29" fmla="*/ 735255 h 1207696"/>
              <a:gd name="connsiteX30" fmla="*/ 843720 w 1117443"/>
              <a:gd name="connsiteY30" fmla="*/ 949661 h 1207696"/>
              <a:gd name="connsiteX31" fmla="*/ 755382 w 1117443"/>
              <a:gd name="connsiteY31" fmla="*/ 1025700 h 1207696"/>
              <a:gd name="connsiteX32" fmla="*/ 959430 w 1117443"/>
              <a:gd name="connsiteY32" fmla="*/ 1025700 h 1207696"/>
              <a:gd name="connsiteX33" fmla="*/ 984314 w 1117443"/>
              <a:gd name="connsiteY33" fmla="*/ 1043152 h 1207696"/>
              <a:gd name="connsiteX34" fmla="*/ 981826 w 1117443"/>
              <a:gd name="connsiteY34" fmla="*/ 1083041 h 1207696"/>
              <a:gd name="connsiteX35" fmla="*/ 755382 w 1117443"/>
              <a:gd name="connsiteY35" fmla="*/ 1207696 h 1207696"/>
              <a:gd name="connsiteX36" fmla="*/ 232820 w 1117443"/>
              <a:gd name="connsiteY36" fmla="*/ 1207696 h 1207696"/>
              <a:gd name="connsiteX37" fmla="*/ 7621 w 1117443"/>
              <a:gd name="connsiteY37" fmla="*/ 1083041 h 1207696"/>
              <a:gd name="connsiteX38" fmla="*/ 3888 w 1117443"/>
              <a:gd name="connsiteY38" fmla="*/ 1043152 h 1207696"/>
              <a:gd name="connsiteX39" fmla="*/ 30016 w 1117443"/>
              <a:gd name="connsiteY39" fmla="*/ 1025700 h 1207696"/>
              <a:gd name="connsiteX40" fmla="*/ 232820 w 1117443"/>
              <a:gd name="connsiteY40" fmla="*/ 1025700 h 1207696"/>
              <a:gd name="connsiteX41" fmla="*/ 41214 w 1117443"/>
              <a:gd name="connsiteY41" fmla="*/ 722789 h 1207696"/>
              <a:gd name="connsiteX42" fmla="*/ 26283 w 1117443"/>
              <a:gd name="connsiteY42" fmla="*/ 615586 h 1207696"/>
              <a:gd name="connsiteX43" fmla="*/ 39970 w 1117443"/>
              <a:gd name="connsiteY43" fmla="*/ 569464 h 1207696"/>
              <a:gd name="connsiteX44" fmla="*/ 83516 w 1117443"/>
              <a:gd name="connsiteY44" fmla="*/ 549519 h 1207696"/>
              <a:gd name="connsiteX45" fmla="*/ 588192 w 1117443"/>
              <a:gd name="connsiteY45" fmla="*/ 56202 h 1207696"/>
              <a:gd name="connsiteX46" fmla="*/ 609750 w 1117443"/>
              <a:gd name="connsiteY46" fmla="*/ 69932 h 1207696"/>
              <a:gd name="connsiteX47" fmla="*/ 626236 w 1117443"/>
              <a:gd name="connsiteY47" fmla="*/ 122355 h 1207696"/>
              <a:gd name="connsiteX48" fmla="*/ 650331 w 1117443"/>
              <a:gd name="connsiteY48" fmla="*/ 238434 h 1207696"/>
              <a:gd name="connsiteX49" fmla="*/ 626236 w 1117443"/>
              <a:gd name="connsiteY49" fmla="*/ 357009 h 1207696"/>
              <a:gd name="connsiteX50" fmla="*/ 604678 w 1117443"/>
              <a:gd name="connsiteY50" fmla="*/ 460607 h 1207696"/>
              <a:gd name="connsiteX51" fmla="*/ 586924 w 1117443"/>
              <a:gd name="connsiteY51" fmla="*/ 476833 h 1207696"/>
              <a:gd name="connsiteX52" fmla="*/ 569170 w 1117443"/>
              <a:gd name="connsiteY52" fmla="*/ 460607 h 1207696"/>
              <a:gd name="connsiteX53" fmla="*/ 594533 w 1117443"/>
              <a:gd name="connsiteY53" fmla="*/ 343280 h 1207696"/>
              <a:gd name="connsiteX54" fmla="*/ 616091 w 1117443"/>
              <a:gd name="connsiteY54" fmla="*/ 238434 h 1207696"/>
              <a:gd name="connsiteX55" fmla="*/ 594533 w 1117443"/>
              <a:gd name="connsiteY55" fmla="*/ 134837 h 1207696"/>
              <a:gd name="connsiteX56" fmla="*/ 575511 w 1117443"/>
              <a:gd name="connsiteY56" fmla="*/ 77421 h 1207696"/>
              <a:gd name="connsiteX57" fmla="*/ 588192 w 1117443"/>
              <a:gd name="connsiteY57" fmla="*/ 56202 h 1207696"/>
              <a:gd name="connsiteX58" fmla="*/ 361620 w 1117443"/>
              <a:gd name="connsiteY58" fmla="*/ 56202 h 1207696"/>
              <a:gd name="connsiteX59" fmla="*/ 383177 w 1117443"/>
              <a:gd name="connsiteY59" fmla="*/ 69932 h 1207696"/>
              <a:gd name="connsiteX60" fmla="*/ 400931 w 1117443"/>
              <a:gd name="connsiteY60" fmla="*/ 122355 h 1207696"/>
              <a:gd name="connsiteX61" fmla="*/ 425025 w 1117443"/>
              <a:gd name="connsiteY61" fmla="*/ 238434 h 1207696"/>
              <a:gd name="connsiteX62" fmla="*/ 400931 w 1117443"/>
              <a:gd name="connsiteY62" fmla="*/ 357009 h 1207696"/>
              <a:gd name="connsiteX63" fmla="*/ 378105 w 1117443"/>
              <a:gd name="connsiteY63" fmla="*/ 460607 h 1207696"/>
              <a:gd name="connsiteX64" fmla="*/ 360351 w 1117443"/>
              <a:gd name="connsiteY64" fmla="*/ 476833 h 1207696"/>
              <a:gd name="connsiteX65" fmla="*/ 343866 w 1117443"/>
              <a:gd name="connsiteY65" fmla="*/ 460607 h 1207696"/>
              <a:gd name="connsiteX66" fmla="*/ 367960 w 1117443"/>
              <a:gd name="connsiteY66" fmla="*/ 343280 h 1207696"/>
              <a:gd name="connsiteX67" fmla="*/ 389518 w 1117443"/>
              <a:gd name="connsiteY67" fmla="*/ 238434 h 1207696"/>
              <a:gd name="connsiteX68" fmla="*/ 367960 w 1117443"/>
              <a:gd name="connsiteY68" fmla="*/ 134837 h 1207696"/>
              <a:gd name="connsiteX69" fmla="*/ 348938 w 1117443"/>
              <a:gd name="connsiteY69" fmla="*/ 77421 h 1207696"/>
              <a:gd name="connsiteX70" fmla="*/ 361620 w 1117443"/>
              <a:gd name="connsiteY70" fmla="*/ 56202 h 1207696"/>
              <a:gd name="connsiteX71" fmla="*/ 471254 w 1117443"/>
              <a:gd name="connsiteY71" fmla="*/ 0 h 1207696"/>
              <a:gd name="connsiteX72" fmla="*/ 488738 w 1117443"/>
              <a:gd name="connsiteY72" fmla="*/ 17521 h 1207696"/>
              <a:gd name="connsiteX73" fmla="*/ 509969 w 1117443"/>
              <a:gd name="connsiteY73" fmla="*/ 121397 h 1207696"/>
              <a:gd name="connsiteX74" fmla="*/ 534947 w 1117443"/>
              <a:gd name="connsiteY74" fmla="*/ 237788 h 1207696"/>
              <a:gd name="connsiteX75" fmla="*/ 509969 w 1117443"/>
              <a:gd name="connsiteY75" fmla="*/ 356682 h 1207696"/>
              <a:gd name="connsiteX76" fmla="*/ 488738 w 1117443"/>
              <a:gd name="connsiteY76" fmla="*/ 460558 h 1207696"/>
              <a:gd name="connsiteX77" fmla="*/ 471254 w 1117443"/>
              <a:gd name="connsiteY77" fmla="*/ 476828 h 1207696"/>
              <a:gd name="connsiteX78" fmla="*/ 453769 w 1117443"/>
              <a:gd name="connsiteY78" fmla="*/ 460558 h 1207696"/>
              <a:gd name="connsiteX79" fmla="*/ 478747 w 1117443"/>
              <a:gd name="connsiteY79" fmla="*/ 342916 h 1207696"/>
              <a:gd name="connsiteX80" fmla="*/ 499978 w 1117443"/>
              <a:gd name="connsiteY80" fmla="*/ 237788 h 1207696"/>
              <a:gd name="connsiteX81" fmla="*/ 478747 w 1117443"/>
              <a:gd name="connsiteY81" fmla="*/ 133912 h 1207696"/>
              <a:gd name="connsiteX82" fmla="*/ 453769 w 1117443"/>
              <a:gd name="connsiteY82" fmla="*/ 17521 h 1207696"/>
              <a:gd name="connsiteX83" fmla="*/ 471254 w 1117443"/>
              <a:gd name="connsiteY83" fmla="*/ 0 h 120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117443" h="1207696">
                <a:moveTo>
                  <a:pt x="34993" y="1060603"/>
                </a:moveTo>
                <a:cubicBezTo>
                  <a:pt x="34993" y="1061850"/>
                  <a:pt x="34993" y="1063096"/>
                  <a:pt x="34993" y="1063096"/>
                </a:cubicBezTo>
                <a:cubicBezTo>
                  <a:pt x="88493" y="1134149"/>
                  <a:pt x="159412" y="1172792"/>
                  <a:pt x="232820" y="1172792"/>
                </a:cubicBezTo>
                <a:lnTo>
                  <a:pt x="755382" y="1172792"/>
                </a:lnTo>
                <a:cubicBezTo>
                  <a:pt x="830034" y="1172792"/>
                  <a:pt x="900953" y="1134149"/>
                  <a:pt x="954453" y="1063096"/>
                </a:cubicBezTo>
                <a:cubicBezTo>
                  <a:pt x="954453" y="1063096"/>
                  <a:pt x="954453" y="1061850"/>
                  <a:pt x="954453" y="1060603"/>
                </a:cubicBezTo>
                <a:lnTo>
                  <a:pt x="691928" y="1060603"/>
                </a:lnTo>
                <a:lnTo>
                  <a:pt x="296274" y="1060603"/>
                </a:lnTo>
                <a:close/>
                <a:moveTo>
                  <a:pt x="956942" y="656722"/>
                </a:moveTo>
                <a:lnTo>
                  <a:pt x="948232" y="722789"/>
                </a:lnTo>
                <a:cubicBezTo>
                  <a:pt x="938279" y="791349"/>
                  <a:pt x="913395" y="854923"/>
                  <a:pt x="876069" y="909771"/>
                </a:cubicBezTo>
                <a:cubicBezTo>
                  <a:pt x="946988" y="893566"/>
                  <a:pt x="1082605" y="851183"/>
                  <a:pt x="1082605" y="735255"/>
                </a:cubicBezTo>
                <a:cubicBezTo>
                  <a:pt x="1082605" y="691626"/>
                  <a:pt x="1047768" y="656722"/>
                  <a:pt x="1002977" y="656722"/>
                </a:cubicBezTo>
                <a:close/>
                <a:moveTo>
                  <a:pt x="83516" y="583176"/>
                </a:moveTo>
                <a:cubicBezTo>
                  <a:pt x="77296" y="583176"/>
                  <a:pt x="69830" y="585669"/>
                  <a:pt x="66098" y="591902"/>
                </a:cubicBezTo>
                <a:cubicBezTo>
                  <a:pt x="61121" y="596888"/>
                  <a:pt x="58633" y="604367"/>
                  <a:pt x="59877" y="610600"/>
                </a:cubicBezTo>
                <a:lnTo>
                  <a:pt x="74807" y="719050"/>
                </a:lnTo>
                <a:cubicBezTo>
                  <a:pt x="94714" y="854923"/>
                  <a:pt x="179320" y="969605"/>
                  <a:pt x="303739" y="1025700"/>
                </a:cubicBezTo>
                <a:lnTo>
                  <a:pt x="684463" y="1025700"/>
                </a:lnTo>
                <a:cubicBezTo>
                  <a:pt x="808882" y="969605"/>
                  <a:pt x="894732" y="854923"/>
                  <a:pt x="913395" y="719050"/>
                </a:cubicBezTo>
                <a:lnTo>
                  <a:pt x="929569" y="610600"/>
                </a:lnTo>
                <a:cubicBezTo>
                  <a:pt x="930814" y="604367"/>
                  <a:pt x="928325" y="596888"/>
                  <a:pt x="923348" y="591902"/>
                </a:cubicBezTo>
                <a:cubicBezTo>
                  <a:pt x="919616" y="585669"/>
                  <a:pt x="912151" y="583176"/>
                  <a:pt x="905930" y="583176"/>
                </a:cubicBezTo>
                <a:close/>
                <a:moveTo>
                  <a:pt x="83516" y="549519"/>
                </a:moveTo>
                <a:lnTo>
                  <a:pt x="905930" y="549519"/>
                </a:lnTo>
                <a:cubicBezTo>
                  <a:pt x="922104" y="549519"/>
                  <a:pt x="938279" y="555752"/>
                  <a:pt x="949476" y="569464"/>
                </a:cubicBezTo>
                <a:cubicBezTo>
                  <a:pt x="960674" y="581929"/>
                  <a:pt x="965651" y="599381"/>
                  <a:pt x="963163" y="615586"/>
                </a:cubicBezTo>
                <a:lnTo>
                  <a:pt x="961918" y="621819"/>
                </a:lnTo>
                <a:lnTo>
                  <a:pt x="1002977" y="621819"/>
                </a:lnTo>
                <a:cubicBezTo>
                  <a:pt x="1066431" y="621819"/>
                  <a:pt x="1117443" y="672927"/>
                  <a:pt x="1117443" y="735255"/>
                </a:cubicBezTo>
                <a:cubicBezTo>
                  <a:pt x="1117443" y="907278"/>
                  <a:pt x="888511" y="944674"/>
                  <a:pt x="843720" y="949661"/>
                </a:cubicBezTo>
                <a:cubicBezTo>
                  <a:pt x="818836" y="978331"/>
                  <a:pt x="788975" y="1004509"/>
                  <a:pt x="755382" y="1025700"/>
                </a:cubicBezTo>
                <a:lnTo>
                  <a:pt x="959430" y="1025700"/>
                </a:lnTo>
                <a:cubicBezTo>
                  <a:pt x="969384" y="1025700"/>
                  <a:pt x="979337" y="1033179"/>
                  <a:pt x="984314" y="1043152"/>
                </a:cubicBezTo>
                <a:cubicBezTo>
                  <a:pt x="990535" y="1056864"/>
                  <a:pt x="989291" y="1073069"/>
                  <a:pt x="981826" y="1083041"/>
                </a:cubicBezTo>
                <a:cubicBezTo>
                  <a:pt x="922104" y="1162820"/>
                  <a:pt x="839987" y="1207696"/>
                  <a:pt x="755382" y="1207696"/>
                </a:cubicBezTo>
                <a:lnTo>
                  <a:pt x="232820" y="1207696"/>
                </a:lnTo>
                <a:cubicBezTo>
                  <a:pt x="149459" y="1207696"/>
                  <a:pt x="67342" y="1162820"/>
                  <a:pt x="7621" y="1083041"/>
                </a:cubicBezTo>
                <a:cubicBezTo>
                  <a:pt x="-1089" y="1073069"/>
                  <a:pt x="-2333" y="1056864"/>
                  <a:pt x="3888" y="1043152"/>
                </a:cubicBezTo>
                <a:cubicBezTo>
                  <a:pt x="10109" y="1033179"/>
                  <a:pt x="20063" y="1025700"/>
                  <a:pt x="30016" y="1025700"/>
                </a:cubicBezTo>
                <a:lnTo>
                  <a:pt x="232820" y="1025700"/>
                </a:lnTo>
                <a:cubicBezTo>
                  <a:pt x="129552" y="958386"/>
                  <a:pt x="59877" y="848690"/>
                  <a:pt x="41214" y="722789"/>
                </a:cubicBezTo>
                <a:lnTo>
                  <a:pt x="26283" y="615586"/>
                </a:lnTo>
                <a:cubicBezTo>
                  <a:pt x="23795" y="599381"/>
                  <a:pt x="27528" y="581929"/>
                  <a:pt x="39970" y="569464"/>
                </a:cubicBezTo>
                <a:cubicBezTo>
                  <a:pt x="51167" y="555752"/>
                  <a:pt x="67342" y="549519"/>
                  <a:pt x="83516" y="549519"/>
                </a:cubicBezTo>
                <a:close/>
                <a:moveTo>
                  <a:pt x="588192" y="56202"/>
                </a:moveTo>
                <a:cubicBezTo>
                  <a:pt x="598337" y="54954"/>
                  <a:pt x="607214" y="61195"/>
                  <a:pt x="609750" y="69932"/>
                </a:cubicBezTo>
                <a:cubicBezTo>
                  <a:pt x="612287" y="91151"/>
                  <a:pt x="619896" y="106129"/>
                  <a:pt x="626236" y="122355"/>
                </a:cubicBezTo>
                <a:cubicBezTo>
                  <a:pt x="638918" y="151063"/>
                  <a:pt x="650331" y="179770"/>
                  <a:pt x="650331" y="238434"/>
                </a:cubicBezTo>
                <a:cubicBezTo>
                  <a:pt x="650331" y="297098"/>
                  <a:pt x="638918" y="327054"/>
                  <a:pt x="626236" y="357009"/>
                </a:cubicBezTo>
                <a:cubicBezTo>
                  <a:pt x="614823" y="383221"/>
                  <a:pt x="604678" y="408184"/>
                  <a:pt x="604678" y="460607"/>
                </a:cubicBezTo>
                <a:cubicBezTo>
                  <a:pt x="604678" y="469344"/>
                  <a:pt x="597069" y="476833"/>
                  <a:pt x="586924" y="476833"/>
                </a:cubicBezTo>
                <a:cubicBezTo>
                  <a:pt x="576779" y="476833"/>
                  <a:pt x="569170" y="469344"/>
                  <a:pt x="569170" y="460607"/>
                </a:cubicBezTo>
                <a:cubicBezTo>
                  <a:pt x="569170" y="401943"/>
                  <a:pt x="581851" y="371987"/>
                  <a:pt x="594533" y="343280"/>
                </a:cubicBezTo>
                <a:cubicBezTo>
                  <a:pt x="604678" y="315820"/>
                  <a:pt x="616091" y="290857"/>
                  <a:pt x="616091" y="238434"/>
                </a:cubicBezTo>
                <a:cubicBezTo>
                  <a:pt x="616091" y="187259"/>
                  <a:pt x="604678" y="162296"/>
                  <a:pt x="594533" y="134837"/>
                </a:cubicBezTo>
                <a:cubicBezTo>
                  <a:pt x="586924" y="118611"/>
                  <a:pt x="579315" y="101136"/>
                  <a:pt x="575511" y="77421"/>
                </a:cubicBezTo>
                <a:cubicBezTo>
                  <a:pt x="572974" y="67436"/>
                  <a:pt x="579315" y="58699"/>
                  <a:pt x="588192" y="56202"/>
                </a:cubicBezTo>
                <a:close/>
                <a:moveTo>
                  <a:pt x="361620" y="56202"/>
                </a:moveTo>
                <a:cubicBezTo>
                  <a:pt x="371764" y="54954"/>
                  <a:pt x="380641" y="61195"/>
                  <a:pt x="383177" y="69932"/>
                </a:cubicBezTo>
                <a:cubicBezTo>
                  <a:pt x="386982" y="91151"/>
                  <a:pt x="393322" y="106129"/>
                  <a:pt x="400931" y="122355"/>
                </a:cubicBezTo>
                <a:cubicBezTo>
                  <a:pt x="412344" y="151063"/>
                  <a:pt x="425025" y="179770"/>
                  <a:pt x="425025" y="238434"/>
                </a:cubicBezTo>
                <a:cubicBezTo>
                  <a:pt x="425025" y="297098"/>
                  <a:pt x="412344" y="327054"/>
                  <a:pt x="400931" y="357009"/>
                </a:cubicBezTo>
                <a:cubicBezTo>
                  <a:pt x="389518" y="383221"/>
                  <a:pt x="378105" y="408184"/>
                  <a:pt x="378105" y="460607"/>
                </a:cubicBezTo>
                <a:cubicBezTo>
                  <a:pt x="378105" y="469344"/>
                  <a:pt x="370496" y="476833"/>
                  <a:pt x="360351" y="476833"/>
                </a:cubicBezTo>
                <a:cubicBezTo>
                  <a:pt x="351475" y="476833"/>
                  <a:pt x="343866" y="469344"/>
                  <a:pt x="343866" y="460607"/>
                </a:cubicBezTo>
                <a:cubicBezTo>
                  <a:pt x="343866" y="401943"/>
                  <a:pt x="356547" y="371987"/>
                  <a:pt x="367960" y="343280"/>
                </a:cubicBezTo>
                <a:cubicBezTo>
                  <a:pt x="379373" y="315820"/>
                  <a:pt x="389518" y="290857"/>
                  <a:pt x="389518" y="238434"/>
                </a:cubicBezTo>
                <a:cubicBezTo>
                  <a:pt x="389518" y="187259"/>
                  <a:pt x="379373" y="162296"/>
                  <a:pt x="367960" y="134837"/>
                </a:cubicBezTo>
                <a:cubicBezTo>
                  <a:pt x="360351" y="118611"/>
                  <a:pt x="354011" y="101136"/>
                  <a:pt x="348938" y="77421"/>
                </a:cubicBezTo>
                <a:cubicBezTo>
                  <a:pt x="346402" y="67436"/>
                  <a:pt x="352743" y="58699"/>
                  <a:pt x="361620" y="56202"/>
                </a:cubicBezTo>
                <a:close/>
                <a:moveTo>
                  <a:pt x="471254" y="0"/>
                </a:moveTo>
                <a:cubicBezTo>
                  <a:pt x="479996" y="0"/>
                  <a:pt x="488738" y="7509"/>
                  <a:pt x="488738" y="17521"/>
                </a:cubicBezTo>
                <a:cubicBezTo>
                  <a:pt x="488738" y="68834"/>
                  <a:pt x="498729" y="95115"/>
                  <a:pt x="509969" y="121397"/>
                </a:cubicBezTo>
                <a:cubicBezTo>
                  <a:pt x="521209" y="150182"/>
                  <a:pt x="534947" y="178967"/>
                  <a:pt x="534947" y="237788"/>
                </a:cubicBezTo>
                <a:cubicBezTo>
                  <a:pt x="534947" y="296609"/>
                  <a:pt x="521209" y="326646"/>
                  <a:pt x="509969" y="356682"/>
                </a:cubicBezTo>
                <a:cubicBezTo>
                  <a:pt x="498729" y="382964"/>
                  <a:pt x="488738" y="407994"/>
                  <a:pt x="488738" y="460558"/>
                </a:cubicBezTo>
                <a:cubicBezTo>
                  <a:pt x="488738" y="469319"/>
                  <a:pt x="479996" y="476828"/>
                  <a:pt x="471254" y="476828"/>
                </a:cubicBezTo>
                <a:cubicBezTo>
                  <a:pt x="461262" y="476828"/>
                  <a:pt x="453769" y="469319"/>
                  <a:pt x="453769" y="460558"/>
                </a:cubicBezTo>
                <a:cubicBezTo>
                  <a:pt x="453769" y="401737"/>
                  <a:pt x="466258" y="371700"/>
                  <a:pt x="478747" y="342916"/>
                </a:cubicBezTo>
                <a:cubicBezTo>
                  <a:pt x="489987" y="315382"/>
                  <a:pt x="499978" y="290352"/>
                  <a:pt x="499978" y="237788"/>
                </a:cubicBezTo>
                <a:cubicBezTo>
                  <a:pt x="499978" y="186476"/>
                  <a:pt x="489987" y="161446"/>
                  <a:pt x="478747" y="133912"/>
                </a:cubicBezTo>
                <a:cubicBezTo>
                  <a:pt x="466258" y="106379"/>
                  <a:pt x="453769" y="76343"/>
                  <a:pt x="453769" y="17521"/>
                </a:cubicBezTo>
                <a:cubicBezTo>
                  <a:pt x="453769" y="7509"/>
                  <a:pt x="461262" y="0"/>
                  <a:pt x="471254" y="0"/>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noAutofit/>
          </a:bodyPr>
          <a:lstStyle/>
          <a:p>
            <a:pPr defTabSz="685663"/>
            <a:endParaRPr lang="en-US" sz="1350" dirty="0">
              <a:solidFill>
                <a:srgbClr val="747993"/>
              </a:solidFill>
            </a:endParaRPr>
          </a:p>
        </p:txBody>
      </p:sp>
      <p:pic>
        <p:nvPicPr>
          <p:cNvPr id="1026" name="Picture 2" descr="Gear - Free construction and tools icons">
            <a:extLst>
              <a:ext uri="{FF2B5EF4-FFF2-40B4-BE49-F238E27FC236}">
                <a16:creationId xmlns:a16="http://schemas.microsoft.com/office/drawing/2014/main" id="{E9BC88B3-224C-4F00-B0C6-688005114F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271" y="305404"/>
            <a:ext cx="650234" cy="6249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111B22-D934-462B-B344-28CDC5CDAE60}"/>
              </a:ext>
            </a:extLst>
          </p:cNvPr>
          <p:cNvSpPr txBox="1"/>
          <p:nvPr/>
        </p:nvSpPr>
        <p:spPr>
          <a:xfrm>
            <a:off x="272844" y="1094630"/>
            <a:ext cx="5746956" cy="830997"/>
          </a:xfrm>
          <a:prstGeom prst="rect">
            <a:avLst/>
          </a:prstGeom>
          <a:noFill/>
        </p:spPr>
        <p:txBody>
          <a:bodyPr wrap="square" rtlCol="0">
            <a:spAutoFit/>
          </a:bodyPr>
          <a:lstStyle/>
          <a:p>
            <a:r>
              <a:rPr lang="en-US" sz="1200" dirty="0">
                <a:cs typeface="Arial" panose="020B0604020202020204" pitchFamily="34" charset="0"/>
              </a:rPr>
              <a:t>3. Go to filter “</a:t>
            </a:r>
            <a:r>
              <a:rPr lang="en-US" sz="1200" i="1" dirty="0">
                <a:cs typeface="Arial" panose="020B0604020202020204" pitchFamily="34" charset="0"/>
              </a:rPr>
              <a:t>To Date</a:t>
            </a:r>
            <a:r>
              <a:rPr lang="en-US" sz="1200" dirty="0">
                <a:cs typeface="Arial" panose="020B0604020202020204" pitchFamily="34" charset="0"/>
              </a:rPr>
              <a:t>” (Date should be in Manila Time)(Yellow arrow).</a:t>
            </a:r>
          </a:p>
          <a:p>
            <a:r>
              <a:rPr lang="en-US" sz="1200" dirty="0">
                <a:cs typeface="Arial" panose="020B0604020202020204" pitchFamily="34" charset="0"/>
              </a:rPr>
              <a:t>4. Change the “Request Type” to </a:t>
            </a:r>
            <a:r>
              <a:rPr lang="en-US" sz="1200" i="1" dirty="0">
                <a:cs typeface="Arial" panose="020B0604020202020204" pitchFamily="34" charset="0"/>
              </a:rPr>
              <a:t>I-Bot (Orange arrow).</a:t>
            </a:r>
          </a:p>
          <a:p>
            <a:r>
              <a:rPr lang="en-US" sz="1200" i="1" dirty="0">
                <a:cs typeface="Arial" panose="020B0604020202020204" pitchFamily="34" charset="0"/>
              </a:rPr>
              <a:t>5. Click search and the latest ticket number will appear on the top. (Black arrow)</a:t>
            </a:r>
          </a:p>
        </p:txBody>
      </p:sp>
      <p:pic>
        <p:nvPicPr>
          <p:cNvPr id="8" name="Picture 7">
            <a:extLst>
              <a:ext uri="{FF2B5EF4-FFF2-40B4-BE49-F238E27FC236}">
                <a16:creationId xmlns:a16="http://schemas.microsoft.com/office/drawing/2014/main" id="{522D6051-99B2-45BF-AA61-F68FC9D082C8}"/>
              </a:ext>
            </a:extLst>
          </p:cNvPr>
          <p:cNvPicPr>
            <a:picLocks noChangeAspect="1"/>
          </p:cNvPicPr>
          <p:nvPr/>
        </p:nvPicPr>
        <p:blipFill>
          <a:blip r:embed="rId4"/>
          <a:stretch>
            <a:fillRect/>
          </a:stretch>
        </p:blipFill>
        <p:spPr>
          <a:xfrm>
            <a:off x="137147" y="1869818"/>
            <a:ext cx="8001000" cy="3193966"/>
          </a:xfrm>
          <a:prstGeom prst="rect">
            <a:avLst/>
          </a:prstGeom>
        </p:spPr>
      </p:pic>
      <p:cxnSp>
        <p:nvCxnSpPr>
          <p:cNvPr id="12" name="Straight Arrow Connector 11">
            <a:extLst>
              <a:ext uri="{FF2B5EF4-FFF2-40B4-BE49-F238E27FC236}">
                <a16:creationId xmlns:a16="http://schemas.microsoft.com/office/drawing/2014/main" id="{23ED8405-7350-4170-83C1-6A0BDC15B398}"/>
              </a:ext>
            </a:extLst>
          </p:cNvPr>
          <p:cNvCxnSpPr>
            <a:cxnSpLocks/>
          </p:cNvCxnSpPr>
          <p:nvPr/>
        </p:nvCxnSpPr>
        <p:spPr>
          <a:xfrm flipH="1">
            <a:off x="4038600" y="1396242"/>
            <a:ext cx="1143000" cy="1556508"/>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cxnSp>
        <p:nvCxnSpPr>
          <p:cNvPr id="20" name="Straight Arrow Connector 19">
            <a:extLst>
              <a:ext uri="{FF2B5EF4-FFF2-40B4-BE49-F238E27FC236}">
                <a16:creationId xmlns:a16="http://schemas.microsoft.com/office/drawing/2014/main" id="{8BB24A4D-8F93-4F0D-A049-DD3B598DFA70}"/>
              </a:ext>
            </a:extLst>
          </p:cNvPr>
          <p:cNvCxnSpPr>
            <a:cxnSpLocks/>
          </p:cNvCxnSpPr>
          <p:nvPr/>
        </p:nvCxnSpPr>
        <p:spPr>
          <a:xfrm>
            <a:off x="4495800" y="1475958"/>
            <a:ext cx="1752600" cy="155299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3313BE5B-9DA9-4296-9A26-ED5DEFE490D2}"/>
              </a:ext>
            </a:extLst>
          </p:cNvPr>
          <p:cNvCxnSpPr>
            <a:cxnSpLocks/>
          </p:cNvCxnSpPr>
          <p:nvPr/>
        </p:nvCxnSpPr>
        <p:spPr>
          <a:xfrm>
            <a:off x="3295508" y="1728184"/>
            <a:ext cx="971691" cy="230571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272635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1_WNS-Digital-Template-PPT 2022">
  <a:themeElements>
    <a:clrScheme name="WNS 2024">
      <a:dk1>
        <a:srgbClr val="231F20"/>
      </a:dk1>
      <a:lt1>
        <a:srgbClr val="FFFFFF"/>
      </a:lt1>
      <a:dk2>
        <a:srgbClr val="040000"/>
      </a:dk2>
      <a:lt2>
        <a:srgbClr val="CAC4C5"/>
      </a:lt2>
      <a:accent1>
        <a:srgbClr val="D84851"/>
      </a:accent1>
      <a:accent2>
        <a:srgbClr val="FF6F4D"/>
      </a:accent2>
      <a:accent3>
        <a:srgbClr val="F9AC66"/>
      </a:accent3>
      <a:accent4>
        <a:srgbClr val="FECB5E"/>
      </a:accent4>
      <a:accent5>
        <a:srgbClr val="6D8A9C"/>
      </a:accent5>
      <a:accent6>
        <a:srgbClr val="7F7F7F"/>
      </a:accent6>
      <a:hlink>
        <a:srgbClr val="0070C0"/>
      </a:hlink>
      <a:folHlink>
        <a:srgbClr val="ED1C24"/>
      </a:folHlink>
    </a:clrScheme>
    <a:fontScheme name="Poppins">
      <a:majorFont>
        <a:latin typeface="Poppins"/>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NS1">
      <a:srgbClr val="BD1A29"/>
    </a:custClr>
    <a:custClr name="WNS2">
      <a:srgbClr val="ED1C24"/>
    </a:custClr>
    <a:custClr name="WNS3">
      <a:srgbClr val="F04E30"/>
    </a:custClr>
    <a:custClr name="WNS4">
      <a:srgbClr val="F37021"/>
    </a:custClr>
  </a:custClrLst>
  <a:extLst>
    <a:ext uri="{05A4C25C-085E-4340-85A3-A5531E510DB2}">
      <thm15:themeFamily xmlns:thm15="http://schemas.microsoft.com/office/thememl/2012/main" name="WNS-Digital-Template-PPT 2022" id="{2DB96D6B-04CB-464A-B416-D77A07CF6EE3}" vid="{CBE28175-2ADE-4987-B37C-9E3A199AE7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Airport_template</Template>
  <TotalTime>2836</TotalTime>
  <Words>101</Words>
  <Application>Microsoft Office PowerPoint</Application>
  <PresentationFormat>On-screen Show (16:9)</PresentationFormat>
  <Paragraphs>11</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Wingdings</vt:lpstr>
      <vt:lpstr>Calibri</vt:lpstr>
      <vt:lpstr>Poppins</vt:lpstr>
      <vt:lpstr>1_WNS-Digital-Template-PPT 2022</vt:lpstr>
      <vt:lpstr>WNS I-Bot Ticket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WNS</dc:creator>
  <cp:lastModifiedBy>Lougine De Mesa</cp:lastModifiedBy>
  <cp:revision>137</cp:revision>
  <dcterms:created xsi:type="dcterms:W3CDTF">2025-06-25T09:06:04Z</dcterms:created>
  <dcterms:modified xsi:type="dcterms:W3CDTF">2025-12-18T21:13:35Z</dcterms:modified>
</cp:coreProperties>
</file>